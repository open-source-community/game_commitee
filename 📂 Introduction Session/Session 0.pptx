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Orbitron Medium"/>
      <p:regular r:id="rId23"/>
      <p:bold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Anaheim"/>
      <p:regular r:id="rId33"/>
      <p:bold r:id="rId34"/>
    </p:embeddedFont>
    <p:embeddedFont>
      <p:font typeface="Bebas Neue"/>
      <p:regular r:id="rId35"/>
    </p:embeddedFont>
    <p:embeddedFont>
      <p:font typeface="Orbitron"/>
      <p:regular r:id="rId36"/>
      <p:bold r:id="rId37"/>
    </p:embeddedFont>
    <p:embeddedFont>
      <p:font typeface="Open Sans"/>
      <p:regular r:id="rId38"/>
      <p:bold r:id="rId39"/>
      <p:italic r:id="rId40"/>
      <p:boldItalic r:id="rId41"/>
    </p:embeddedFont>
    <p:embeddedFont>
      <p:font typeface="Orbitron Black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6.xml"/><Relationship Id="rId42" Type="http://schemas.openxmlformats.org/officeDocument/2006/relationships/font" Target="fonts/OrbitronBlack-bold.fntdata"/><Relationship Id="rId41" Type="http://schemas.openxmlformats.org/officeDocument/2006/relationships/font" Target="fonts/OpenSans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OrbitronMedium-bold.fntdata"/><Relationship Id="rId23" Type="http://schemas.openxmlformats.org/officeDocument/2006/relationships/font" Target="fonts/OrbitronMedium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a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7.xml"/><Relationship Id="rId33" Type="http://schemas.openxmlformats.org/officeDocument/2006/relationships/font" Target="fonts/Anaheim-regular.fntdata"/><Relationship Id="rId10" Type="http://schemas.openxmlformats.org/officeDocument/2006/relationships/slide" Target="slides/slide6.xml"/><Relationship Id="rId32" Type="http://schemas.openxmlformats.org/officeDocument/2006/relationships/font" Target="fonts/Lato-boldItalic.fntdata"/><Relationship Id="rId13" Type="http://schemas.openxmlformats.org/officeDocument/2006/relationships/slide" Target="slides/slide9.xml"/><Relationship Id="rId35" Type="http://schemas.openxmlformats.org/officeDocument/2006/relationships/font" Target="fonts/BebasNeue-regular.fntdata"/><Relationship Id="rId12" Type="http://schemas.openxmlformats.org/officeDocument/2006/relationships/slide" Target="slides/slide8.xml"/><Relationship Id="rId34" Type="http://schemas.openxmlformats.org/officeDocument/2006/relationships/font" Target="fonts/Anaheim-bold.fntdata"/><Relationship Id="rId15" Type="http://schemas.openxmlformats.org/officeDocument/2006/relationships/slide" Target="slides/slide11.xml"/><Relationship Id="rId37" Type="http://schemas.openxmlformats.org/officeDocument/2006/relationships/font" Target="fonts/Orbitron-bold.fntdata"/><Relationship Id="rId14" Type="http://schemas.openxmlformats.org/officeDocument/2006/relationships/slide" Target="slides/slide10.xml"/><Relationship Id="rId36" Type="http://schemas.openxmlformats.org/officeDocument/2006/relationships/font" Target="fonts/Orbitron-regular.fntdata"/><Relationship Id="rId17" Type="http://schemas.openxmlformats.org/officeDocument/2006/relationships/slide" Target="slides/slide13.xml"/><Relationship Id="rId39" Type="http://schemas.openxmlformats.org/officeDocument/2006/relationships/font" Target="fonts/OpenSans-bold.fntdata"/><Relationship Id="rId16" Type="http://schemas.openxmlformats.org/officeDocument/2006/relationships/slide" Target="slides/slide12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6" name="Google Shape;19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7" name="Google Shape;19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g386340707a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2" name="Google Shape;2042;g386340707a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g386340707a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386340707a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7" name="Google Shape;20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g386340707a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8" name="Google Shape;2168;g386340707a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g386340707a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3" name="Google Shape;2173;g386340707a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g386340707a7_0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3" name="Google Shape;2233;g386340707a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386340707a7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0" name="Google Shape;2270;g386340707a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g386340707a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4" name="Google Shape;2284;g386340707a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g39c3149e8f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3" name="Google Shape;2293;g39c3149e8f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g39c3149e8f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3" name="Google Shape;2303;g39c3149e8f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39c3149e8f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39c3149e8f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5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g39c3149e8fd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7" name="Google Shape;2317;g39c3149e8f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39c3149e8fd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39c3149e8f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39c3149e8fd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39c3149e8fd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7" name="Google Shape;23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4" name="Shape 2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Google Shape;234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6" name="Google Shape;234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0" name="Google Shape;10;p2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2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92;p2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3" name="Google Shape;93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" name="Google Shape;129;p2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6" name="Google Shape;166;p2"/>
          <p:cNvSpPr txBox="1"/>
          <p:nvPr>
            <p:ph type="ctrTitle"/>
          </p:nvPr>
        </p:nvSpPr>
        <p:spPr>
          <a:xfrm>
            <a:off x="713225" y="920900"/>
            <a:ext cx="4525800" cy="28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67" name="Google Shape;167;p2"/>
          <p:cNvSpPr txBox="1"/>
          <p:nvPr>
            <p:ph idx="1" type="subTitle"/>
          </p:nvPr>
        </p:nvSpPr>
        <p:spPr>
          <a:xfrm>
            <a:off x="713225" y="3746800"/>
            <a:ext cx="43413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68" name="Google Shape;168;p2"/>
          <p:cNvGrpSpPr/>
          <p:nvPr/>
        </p:nvGrpSpPr>
        <p:grpSpPr>
          <a:xfrm flipH="1">
            <a:off x="8430781" y="539492"/>
            <a:ext cx="205747" cy="1508819"/>
            <a:chOff x="425780" y="482769"/>
            <a:chExt cx="127818" cy="561525"/>
          </a:xfrm>
        </p:grpSpPr>
        <p:sp>
          <p:nvSpPr>
            <p:cNvPr id="169" name="Google Shape;169;p2"/>
            <p:cNvSpPr/>
            <p:nvPr/>
          </p:nvSpPr>
          <p:spPr>
            <a:xfrm>
              <a:off x="425780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45160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6470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8408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503468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52307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54245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78" name="Google Shape;178;p3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86" name="Google Shape;186;p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87" name="Google Shape;187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224" name="Google Shape;224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0" name="Google Shape;260;p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261" name="Google Shape;261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7" name="Google Shape;297;p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298" name="Google Shape;298;p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4" name="Google Shape;334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5" name="Google Shape;335;p3"/>
          <p:cNvSpPr txBox="1"/>
          <p:nvPr>
            <p:ph idx="2" type="title"/>
          </p:nvPr>
        </p:nvSpPr>
        <p:spPr>
          <a:xfrm>
            <a:off x="835825" y="1212500"/>
            <a:ext cx="860100" cy="4476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6" name="Google Shape;336;p3"/>
          <p:cNvSpPr txBox="1"/>
          <p:nvPr>
            <p:ph idx="3" type="title"/>
          </p:nvPr>
        </p:nvSpPr>
        <p:spPr>
          <a:xfrm>
            <a:off x="835825" y="2983397"/>
            <a:ext cx="860100" cy="4476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7" name="Google Shape;337;p3"/>
          <p:cNvSpPr txBox="1"/>
          <p:nvPr>
            <p:ph idx="4" type="title"/>
          </p:nvPr>
        </p:nvSpPr>
        <p:spPr>
          <a:xfrm>
            <a:off x="3773075" y="1212500"/>
            <a:ext cx="860100" cy="4476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8" name="Google Shape;338;p3"/>
          <p:cNvSpPr txBox="1"/>
          <p:nvPr>
            <p:ph idx="5" type="title"/>
          </p:nvPr>
        </p:nvSpPr>
        <p:spPr>
          <a:xfrm>
            <a:off x="3773075" y="2983397"/>
            <a:ext cx="860100" cy="4476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9" name="Google Shape;339;p3"/>
          <p:cNvSpPr txBox="1"/>
          <p:nvPr>
            <p:ph idx="1" type="subTitle"/>
          </p:nvPr>
        </p:nvSpPr>
        <p:spPr>
          <a:xfrm>
            <a:off x="713225" y="1854825"/>
            <a:ext cx="2120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0" name="Google Shape;340;p3"/>
          <p:cNvSpPr txBox="1"/>
          <p:nvPr>
            <p:ph idx="6" type="subTitle"/>
          </p:nvPr>
        </p:nvSpPr>
        <p:spPr>
          <a:xfrm>
            <a:off x="3650475" y="1854825"/>
            <a:ext cx="2120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1" name="Google Shape;341;p3"/>
          <p:cNvSpPr txBox="1"/>
          <p:nvPr>
            <p:ph idx="7" type="subTitle"/>
          </p:nvPr>
        </p:nvSpPr>
        <p:spPr>
          <a:xfrm>
            <a:off x="713225" y="3625775"/>
            <a:ext cx="2120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2" name="Google Shape;342;p3"/>
          <p:cNvSpPr txBox="1"/>
          <p:nvPr>
            <p:ph idx="8" type="subTitle"/>
          </p:nvPr>
        </p:nvSpPr>
        <p:spPr>
          <a:xfrm>
            <a:off x="3650475" y="3625775"/>
            <a:ext cx="2120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43" name="Google Shape;343;p3"/>
          <p:cNvSpPr txBox="1"/>
          <p:nvPr>
            <p:ph idx="9" type="subTitle"/>
          </p:nvPr>
        </p:nvSpPr>
        <p:spPr>
          <a:xfrm>
            <a:off x="713225" y="2183400"/>
            <a:ext cx="21204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4" name="Google Shape;344;p3"/>
          <p:cNvSpPr txBox="1"/>
          <p:nvPr>
            <p:ph idx="13" type="subTitle"/>
          </p:nvPr>
        </p:nvSpPr>
        <p:spPr>
          <a:xfrm>
            <a:off x="3650475" y="2183400"/>
            <a:ext cx="21204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5" name="Google Shape;345;p3"/>
          <p:cNvSpPr txBox="1"/>
          <p:nvPr>
            <p:ph idx="14" type="subTitle"/>
          </p:nvPr>
        </p:nvSpPr>
        <p:spPr>
          <a:xfrm>
            <a:off x="713225" y="3944075"/>
            <a:ext cx="21204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6" name="Google Shape;346;p3"/>
          <p:cNvSpPr txBox="1"/>
          <p:nvPr>
            <p:ph idx="15" type="subTitle"/>
          </p:nvPr>
        </p:nvSpPr>
        <p:spPr>
          <a:xfrm>
            <a:off x="3650475" y="3944075"/>
            <a:ext cx="21204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47" name="Google Shape;347;p3"/>
          <p:cNvGrpSpPr/>
          <p:nvPr/>
        </p:nvGrpSpPr>
        <p:grpSpPr>
          <a:xfrm flipH="1" rot="5400000">
            <a:off x="7238169" y="-256883"/>
            <a:ext cx="214797" cy="2156875"/>
            <a:chOff x="425780" y="482769"/>
            <a:chExt cx="127818" cy="561525"/>
          </a:xfrm>
        </p:grpSpPr>
        <p:sp>
          <p:nvSpPr>
            <p:cNvPr id="348" name="Google Shape;348;p3"/>
            <p:cNvSpPr/>
            <p:nvPr/>
          </p:nvSpPr>
          <p:spPr>
            <a:xfrm>
              <a:off x="425780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445160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46470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48408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503468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52307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54245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4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357" name="Google Shape;357;p4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4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365" name="Google Shape;365;p4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366" name="Google Shape;366;p4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4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4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4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4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4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4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4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4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4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4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4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4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4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4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4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4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4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4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4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4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4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4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4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4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4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4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4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4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4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4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4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4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4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4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4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2" name="Google Shape;402;p4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403" name="Google Shape;403;p4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4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4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4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4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4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4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4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4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4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4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4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4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4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4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4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4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4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4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4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4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4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4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4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4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4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4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4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4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4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4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4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4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4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4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4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" name="Google Shape;439;p4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440" name="Google Shape;440;p4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4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4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4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4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4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4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4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4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4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4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4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4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4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4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4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4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4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4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4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4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4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4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4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4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4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4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4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4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4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4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4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4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4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4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4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6" name="Google Shape;476;p4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477" name="Google Shape;477;p4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4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4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4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4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4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4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4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4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4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4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4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4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4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4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4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4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4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4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4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4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4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4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4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4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4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4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4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4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4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4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4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4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4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4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4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3" name="Google Shape;513;p4"/>
          <p:cNvSpPr txBox="1"/>
          <p:nvPr>
            <p:ph type="title"/>
          </p:nvPr>
        </p:nvSpPr>
        <p:spPr>
          <a:xfrm>
            <a:off x="713225" y="2007450"/>
            <a:ext cx="40689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14" name="Google Shape;514;p4"/>
          <p:cNvSpPr txBox="1"/>
          <p:nvPr>
            <p:ph idx="2" type="title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5" name="Google Shape;515;p4"/>
          <p:cNvSpPr txBox="1"/>
          <p:nvPr>
            <p:ph idx="1" type="subTitle"/>
          </p:nvPr>
        </p:nvSpPr>
        <p:spPr>
          <a:xfrm>
            <a:off x="713225" y="3680475"/>
            <a:ext cx="40689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sz="1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5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518" name="Google Shape;518;p5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" name="Google Shape;525;p5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526" name="Google Shape;526;p5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527" name="Google Shape;527;p5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5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5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5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5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5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5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5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5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5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5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5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5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5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5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5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5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5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5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5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5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5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5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5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5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5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5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5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5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5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5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5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5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5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5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5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3" name="Google Shape;563;p5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564" name="Google Shape;564;p5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5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5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5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5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5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5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5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5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5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5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5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5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5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5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5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5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5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5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5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5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5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5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5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5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5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5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5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5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5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5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5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5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5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5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5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0" name="Google Shape;600;p5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601" name="Google Shape;601;p5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5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5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5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5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5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5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5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5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5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5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5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5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5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5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5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5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5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5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5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5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5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5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5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5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5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5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5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5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5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5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5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5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5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5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5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7" name="Google Shape;637;p5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638" name="Google Shape;638;p5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5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5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5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5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5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5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5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5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5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5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5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5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5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5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5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5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5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5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5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5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5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5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5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5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5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5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5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5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5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5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5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4" name="Google Shape;674;p5"/>
          <p:cNvSpPr txBox="1"/>
          <p:nvPr>
            <p:ph type="title"/>
          </p:nvPr>
        </p:nvSpPr>
        <p:spPr>
          <a:xfrm>
            <a:off x="811975" y="1061100"/>
            <a:ext cx="429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5" name="Google Shape;675;p5"/>
          <p:cNvSpPr txBox="1"/>
          <p:nvPr>
            <p:ph idx="1" type="subTitle"/>
          </p:nvPr>
        </p:nvSpPr>
        <p:spPr>
          <a:xfrm>
            <a:off x="811975" y="1762887"/>
            <a:ext cx="3759900" cy="17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676" name="Google Shape;676;p5"/>
          <p:cNvSpPr/>
          <p:nvPr>
            <p:ph idx="2" type="pic"/>
          </p:nvPr>
        </p:nvSpPr>
        <p:spPr>
          <a:xfrm>
            <a:off x="4873575" y="539550"/>
            <a:ext cx="34851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" name="Google Shape;678;p6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679" name="Google Shape;679;p6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6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6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6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6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6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6" name="Google Shape;686;p6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687" name="Google Shape;687;p6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688" name="Google Shape;688;p6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6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6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6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6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6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6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6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6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6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6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6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6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6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6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6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6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6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6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6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6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6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6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6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6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6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6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6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6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6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6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6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6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6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6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6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4" name="Google Shape;724;p6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725" name="Google Shape;725;p6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6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6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6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6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6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6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6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6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6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6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6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6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6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6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6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6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6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6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6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6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6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6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6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6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6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6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6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6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6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6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6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6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6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6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6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1" name="Google Shape;761;p6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762" name="Google Shape;762;p6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6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6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6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6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6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6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6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6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6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6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6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6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6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6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6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6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6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6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6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6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6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6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6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6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6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6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6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6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6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6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6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6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6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6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6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8" name="Google Shape;798;p6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799" name="Google Shape;799;p6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6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6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6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6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6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6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6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6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6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6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6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6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6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6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6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6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6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6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6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6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6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6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6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6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6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6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6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6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6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6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6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6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6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6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5" name="Google Shape;83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6" name="Google Shape;836;p6"/>
          <p:cNvSpPr txBox="1"/>
          <p:nvPr>
            <p:ph idx="1" type="subTitle"/>
          </p:nvPr>
        </p:nvSpPr>
        <p:spPr>
          <a:xfrm>
            <a:off x="713225" y="3427925"/>
            <a:ext cx="42594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7" name="Google Shape;837;p6"/>
          <p:cNvSpPr txBox="1"/>
          <p:nvPr>
            <p:ph idx="2" type="subTitle"/>
          </p:nvPr>
        </p:nvSpPr>
        <p:spPr>
          <a:xfrm>
            <a:off x="713225" y="1738402"/>
            <a:ext cx="42594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8" name="Google Shape;838;p6"/>
          <p:cNvSpPr txBox="1"/>
          <p:nvPr>
            <p:ph idx="3" type="subTitle"/>
          </p:nvPr>
        </p:nvSpPr>
        <p:spPr>
          <a:xfrm>
            <a:off x="713228" y="1257625"/>
            <a:ext cx="425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9" name="Google Shape;839;p6"/>
          <p:cNvSpPr txBox="1"/>
          <p:nvPr>
            <p:ph idx="4" type="subTitle"/>
          </p:nvPr>
        </p:nvSpPr>
        <p:spPr>
          <a:xfrm>
            <a:off x="713228" y="2947144"/>
            <a:ext cx="42594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4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oogle Shape;841;p7"/>
          <p:cNvGrpSpPr/>
          <p:nvPr/>
        </p:nvGrpSpPr>
        <p:grpSpPr>
          <a:xfrm>
            <a:off x="116653" y="191703"/>
            <a:ext cx="8910952" cy="4773370"/>
            <a:chOff x="238425" y="1163850"/>
            <a:chExt cx="2110050" cy="1130300"/>
          </a:xfrm>
        </p:grpSpPr>
        <p:sp>
          <p:nvSpPr>
            <p:cNvPr id="842" name="Google Shape;842;p7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9" name="Google Shape;849;p7"/>
          <p:cNvGrpSpPr/>
          <p:nvPr/>
        </p:nvGrpSpPr>
        <p:grpSpPr>
          <a:xfrm>
            <a:off x="-6449" y="6551"/>
            <a:ext cx="9150439" cy="5143478"/>
            <a:chOff x="-6449" y="-94"/>
            <a:chExt cx="9150439" cy="5143478"/>
          </a:xfrm>
        </p:grpSpPr>
        <p:grpSp>
          <p:nvGrpSpPr>
            <p:cNvPr id="850" name="Google Shape;850;p7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851" name="Google Shape;851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0" name="Google Shape;860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7" name="Google Shape;887;p7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888" name="Google Shape;888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4" name="Google Shape;924;p7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925" name="Google Shape;925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1" name="Google Shape;961;p7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962" name="Google Shape;962;p7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7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7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7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7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7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7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7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7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7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7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7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7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7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7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7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7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7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7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7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7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7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7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7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7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7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7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7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7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7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7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7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7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7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7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p7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98" name="Google Shape;998;p7"/>
          <p:cNvSpPr txBox="1"/>
          <p:nvPr>
            <p:ph type="title"/>
          </p:nvPr>
        </p:nvSpPr>
        <p:spPr>
          <a:xfrm>
            <a:off x="2347938" y="655812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99" name="Google Shape;999;p7"/>
          <p:cNvSpPr txBox="1"/>
          <p:nvPr>
            <p:ph idx="1" type="subTitle"/>
          </p:nvPr>
        </p:nvSpPr>
        <p:spPr>
          <a:xfrm>
            <a:off x="2347900" y="1780137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Google Shape;1001;p8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002" name="Google Shape;1002;p8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8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8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8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8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8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8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9" name="Google Shape;1009;p8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010" name="Google Shape;1010;p8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011" name="Google Shape;1011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1" name="Google Shape;1021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2" name="Google Shape;1032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7" name="Google Shape;1047;p8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048" name="Google Shape;1048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4" name="Google Shape;1084;p8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085" name="Google Shape;1085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8" name="Google Shape;1088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1" name="Google Shape;1091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097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8" name="Google Shape;1098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1" name="Google Shape;1121;p8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122" name="Google Shape;1122;p8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8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8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8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8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8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8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8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8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8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8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8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8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5" name="Google Shape;1135;p8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6" name="Google Shape;1136;p8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8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8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8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0" name="Google Shape;1140;p8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8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8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8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8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8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8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8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8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8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8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8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8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8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8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8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8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8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58" name="Google Shape;1158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0" name="Google Shape;1160;p9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161" name="Google Shape;1161;p9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9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9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9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9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9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9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8" name="Google Shape;1168;p9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169" name="Google Shape;1169;p9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170" name="Google Shape;1170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1" name="Google Shape;1191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5" name="Google Shape;1195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6" name="Google Shape;1206;p9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207" name="Google Shape;1207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1" name="Google Shape;1211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3" name="Google Shape;1223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0" name="Google Shape;1230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1" name="Google Shape;1231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3" name="Google Shape;1233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3" name="Google Shape;1243;p9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244" name="Google Shape;1244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9" name="Google Shape;1259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5" name="Google Shape;1265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0" name="Google Shape;1280;p9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281" name="Google Shape;1281;p9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9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9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9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9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9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9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9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9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9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9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9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9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9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9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9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9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9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9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9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9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9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9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9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9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9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9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9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9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9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9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9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9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9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9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9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17" name="Google Shape;1317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8" name="Google Shape;1318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21" name="Google Shape;1321;p10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322" name="Google Shape;1322;p10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0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0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0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0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7" name="Google Shape;1327;p10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328" name="Google Shape;1328;p10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329" name="Google Shape;1329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0" name="Google Shape;1330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1" name="Google Shape;1331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4" name="Google Shape;1334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5" name="Google Shape;1335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9" name="Google Shape;1339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2" name="Google Shape;1342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Google Shape;1354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9" name="Google Shape;1359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5" name="Google Shape;1365;p10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366" name="Google Shape;1366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4" name="Google Shape;1384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6" name="Google Shape;1396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2" name="Google Shape;1402;p10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403" name="Google Shape;1403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7" name="Google Shape;1407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8" name="Google Shape;1408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1" name="Google Shape;1411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2" name="Google Shape;1412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5" name="Google Shape;1415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6" name="Google Shape;1416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9" name="Google Shape;1419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0" name="Google Shape;1420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3" name="Google Shape;1423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4" name="Google Shape;1424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7" name="Google Shape;1437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8" name="Google Shape;1438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9" name="Google Shape;1439;p10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440" name="Google Shape;1440;p10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1" name="Google Shape;1441;p10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10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10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10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10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10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7" name="Google Shape;1447;p10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10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10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0" name="Google Shape;1450;p10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1" name="Google Shape;1451;p10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10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10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10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10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10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10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10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10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10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10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10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10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10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10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10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7" name="Google Shape;1467;p10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10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10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0" name="Google Shape;1470;p10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10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10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10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10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10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478;p12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479" name="Google Shape;1479;p12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2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2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2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2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2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2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6" name="Google Shape;1486;p12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487" name="Google Shape;1487;p12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488" name="Google Shape;1488;p1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1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0" name="Google Shape;1490;p1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1" name="Google Shape;1491;p1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1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1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4" name="Google Shape;1494;p1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5" name="Google Shape;1495;p1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1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8" name="Google Shape;1498;p1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9" name="Google Shape;1499;p1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1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1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2" name="Google Shape;1502;p1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1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1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6" name="Google Shape;1506;p1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1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1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1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0" name="Google Shape;1510;p1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1" name="Google Shape;1511;p1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1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1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5" name="Google Shape;1515;p1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1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1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8" name="Google Shape;1518;p1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9" name="Google Shape;1519;p1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1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2" name="Google Shape;1522;p1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3" name="Google Shape;1523;p1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4" name="Google Shape;1524;p12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525" name="Google Shape;1525;p1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6" name="Google Shape;1526;p1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1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1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1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0" name="Google Shape;1530;p1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1" name="Google Shape;1531;p1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1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1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4" name="Google Shape;1534;p1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1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1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1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8" name="Google Shape;1538;p1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1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1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1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1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3" name="Google Shape;1543;p1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1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1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1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7" name="Google Shape;1547;p1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1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1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1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1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1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1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4" name="Google Shape;1554;p1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5" name="Google Shape;1555;p1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1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1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8" name="Google Shape;1558;p1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1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1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1" name="Google Shape;1561;p12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562" name="Google Shape;1562;p1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1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p1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1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1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1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1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1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1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1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1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1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1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p1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1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1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1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1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1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1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p1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3" name="Google Shape;1583;p1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1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1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1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7" name="Google Shape;1587;p1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p1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1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1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1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1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1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1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1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6" name="Google Shape;1596;p1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7" name="Google Shape;1597;p1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8" name="Google Shape;1598;p12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599" name="Google Shape;1599;p12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12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12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12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12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12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12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12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12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12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12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0" name="Google Shape;1610;p12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12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12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12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12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12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12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12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12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12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12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12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12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12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12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12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12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12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12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12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12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12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12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12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12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35" name="Google Shape;1635;p12"/>
          <p:cNvGrpSpPr/>
          <p:nvPr/>
        </p:nvGrpSpPr>
        <p:grpSpPr>
          <a:xfrm>
            <a:off x="576113" y="1367155"/>
            <a:ext cx="2648558" cy="1945391"/>
            <a:chOff x="296117" y="2376907"/>
            <a:chExt cx="715672" cy="525668"/>
          </a:xfrm>
        </p:grpSpPr>
        <p:sp>
          <p:nvSpPr>
            <p:cNvPr id="1636" name="Google Shape;1636;p12"/>
            <p:cNvSpPr/>
            <p:nvPr/>
          </p:nvSpPr>
          <p:spPr>
            <a:xfrm>
              <a:off x="476250" y="2376907"/>
              <a:ext cx="355343" cy="46378"/>
            </a:xfrm>
            <a:custGeom>
              <a:rect b="b" l="l" r="r" t="t"/>
              <a:pathLst>
                <a:path extrusionOk="0" h="828" w="6344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12"/>
            <p:cNvSpPr/>
            <p:nvPr/>
          </p:nvSpPr>
          <p:spPr>
            <a:xfrm>
              <a:off x="394081" y="2441881"/>
              <a:ext cx="520412" cy="47275"/>
            </a:xfrm>
            <a:custGeom>
              <a:rect b="b" l="l" r="r" t="t"/>
              <a:pathLst>
                <a:path extrusionOk="0" h="844" w="9291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12"/>
            <p:cNvSpPr/>
            <p:nvPr/>
          </p:nvSpPr>
          <p:spPr>
            <a:xfrm>
              <a:off x="353025" y="2507022"/>
              <a:ext cx="601854" cy="33608"/>
            </a:xfrm>
            <a:custGeom>
              <a:rect b="b" l="l" r="r" t="t"/>
              <a:pathLst>
                <a:path extrusionOk="0" h="600" w="10745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12"/>
            <p:cNvSpPr/>
            <p:nvPr/>
          </p:nvSpPr>
          <p:spPr>
            <a:xfrm>
              <a:off x="322330" y="2571995"/>
              <a:ext cx="663244" cy="27670"/>
            </a:xfrm>
            <a:custGeom>
              <a:rect b="b" l="l" r="r" t="t"/>
              <a:pathLst>
                <a:path extrusionOk="0" h="494" w="11841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12"/>
            <p:cNvSpPr/>
            <p:nvPr/>
          </p:nvSpPr>
          <p:spPr>
            <a:xfrm>
              <a:off x="303679" y="2637137"/>
              <a:ext cx="701276" cy="25318"/>
            </a:xfrm>
            <a:custGeom>
              <a:rect b="b" l="l" r="r" t="t"/>
              <a:pathLst>
                <a:path extrusionOk="0" h="452" w="1252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12"/>
            <p:cNvSpPr/>
            <p:nvPr/>
          </p:nvSpPr>
          <p:spPr>
            <a:xfrm>
              <a:off x="296117" y="2702054"/>
              <a:ext cx="715672" cy="21789"/>
            </a:xfrm>
            <a:custGeom>
              <a:rect b="b" l="l" r="r" t="t"/>
              <a:pathLst>
                <a:path extrusionOk="0" h="389" w="12777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12"/>
            <p:cNvSpPr/>
            <p:nvPr/>
          </p:nvSpPr>
          <p:spPr>
            <a:xfrm>
              <a:off x="297741" y="2767923"/>
              <a:ext cx="712423" cy="14227"/>
            </a:xfrm>
            <a:custGeom>
              <a:rect b="b" l="l" r="r" t="t"/>
              <a:pathLst>
                <a:path extrusionOk="0" h="254" w="12719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12"/>
            <p:cNvSpPr/>
            <p:nvPr/>
          </p:nvSpPr>
          <p:spPr>
            <a:xfrm>
              <a:off x="309560" y="2832897"/>
              <a:ext cx="688786" cy="12043"/>
            </a:xfrm>
            <a:custGeom>
              <a:rect b="b" l="l" r="r" t="t"/>
              <a:pathLst>
                <a:path extrusionOk="0" h="215" w="12297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12"/>
            <p:cNvSpPr/>
            <p:nvPr/>
          </p:nvSpPr>
          <p:spPr>
            <a:xfrm>
              <a:off x="335773" y="2898038"/>
              <a:ext cx="637086" cy="4537"/>
            </a:xfrm>
            <a:custGeom>
              <a:rect b="b" l="l" r="r" t="t"/>
              <a:pathLst>
                <a:path extrusionOk="0" h="81" w="11374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5" name="Google Shape;1645;p12"/>
          <p:cNvGrpSpPr/>
          <p:nvPr/>
        </p:nvGrpSpPr>
        <p:grpSpPr>
          <a:xfrm flipH="1">
            <a:off x="8225031" y="539492"/>
            <a:ext cx="205747" cy="1508819"/>
            <a:chOff x="425780" y="482769"/>
            <a:chExt cx="127818" cy="561525"/>
          </a:xfrm>
        </p:grpSpPr>
        <p:sp>
          <p:nvSpPr>
            <p:cNvPr id="1646" name="Google Shape;1646;p12"/>
            <p:cNvSpPr/>
            <p:nvPr/>
          </p:nvSpPr>
          <p:spPr>
            <a:xfrm>
              <a:off x="425780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12"/>
            <p:cNvSpPr/>
            <p:nvPr/>
          </p:nvSpPr>
          <p:spPr>
            <a:xfrm>
              <a:off x="445160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12"/>
            <p:cNvSpPr/>
            <p:nvPr/>
          </p:nvSpPr>
          <p:spPr>
            <a:xfrm>
              <a:off x="46470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12"/>
            <p:cNvSpPr/>
            <p:nvPr/>
          </p:nvSpPr>
          <p:spPr>
            <a:xfrm>
              <a:off x="48408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12"/>
            <p:cNvSpPr/>
            <p:nvPr/>
          </p:nvSpPr>
          <p:spPr>
            <a:xfrm>
              <a:off x="503468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12"/>
            <p:cNvSpPr/>
            <p:nvPr/>
          </p:nvSpPr>
          <p:spPr>
            <a:xfrm>
              <a:off x="52307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12"/>
            <p:cNvSpPr/>
            <p:nvPr/>
          </p:nvSpPr>
          <p:spPr>
            <a:xfrm>
              <a:off x="54245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3" name="Google Shape;1653;p12"/>
          <p:cNvGrpSpPr/>
          <p:nvPr/>
        </p:nvGrpSpPr>
        <p:grpSpPr>
          <a:xfrm>
            <a:off x="830731" y="1632166"/>
            <a:ext cx="2139813" cy="3166205"/>
            <a:chOff x="6600231" y="2294753"/>
            <a:chExt cx="1019784" cy="1508938"/>
          </a:xfrm>
        </p:grpSpPr>
        <p:sp>
          <p:nvSpPr>
            <p:cNvPr id="1654" name="Google Shape;1654;p12"/>
            <p:cNvSpPr/>
            <p:nvPr/>
          </p:nvSpPr>
          <p:spPr>
            <a:xfrm>
              <a:off x="7112239" y="2558628"/>
              <a:ext cx="181327" cy="257087"/>
            </a:xfrm>
            <a:custGeom>
              <a:rect b="b" l="l" r="r" t="t"/>
              <a:pathLst>
                <a:path extrusionOk="0" h="3217" w="2269">
                  <a:moveTo>
                    <a:pt x="1603" y="0"/>
                  </a:moveTo>
                  <a:lnTo>
                    <a:pt x="1" y="215"/>
                  </a:lnTo>
                  <a:lnTo>
                    <a:pt x="1" y="3217"/>
                  </a:lnTo>
                  <a:lnTo>
                    <a:pt x="1561" y="3217"/>
                  </a:lnTo>
                  <a:lnTo>
                    <a:pt x="1561" y="1615"/>
                  </a:lnTo>
                  <a:lnTo>
                    <a:pt x="1788" y="2749"/>
                  </a:lnTo>
                  <a:lnTo>
                    <a:pt x="1615" y="3217"/>
                  </a:lnTo>
                  <a:lnTo>
                    <a:pt x="2269" y="3217"/>
                  </a:lnTo>
                  <a:cubicBezTo>
                    <a:pt x="1977" y="2323"/>
                    <a:pt x="1603" y="0"/>
                    <a:pt x="1603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12"/>
            <p:cNvSpPr/>
            <p:nvPr/>
          </p:nvSpPr>
          <p:spPr>
            <a:xfrm>
              <a:off x="6930995" y="2558628"/>
              <a:ext cx="181327" cy="257087"/>
            </a:xfrm>
            <a:custGeom>
              <a:rect b="b" l="l" r="r" t="t"/>
              <a:pathLst>
                <a:path extrusionOk="0" h="3217" w="2269">
                  <a:moveTo>
                    <a:pt x="667" y="0"/>
                  </a:moveTo>
                  <a:cubicBezTo>
                    <a:pt x="667" y="0"/>
                    <a:pt x="292" y="2323"/>
                    <a:pt x="1" y="3217"/>
                  </a:cubicBezTo>
                  <a:lnTo>
                    <a:pt x="654" y="3217"/>
                  </a:lnTo>
                  <a:lnTo>
                    <a:pt x="481" y="2749"/>
                  </a:lnTo>
                  <a:lnTo>
                    <a:pt x="705" y="1615"/>
                  </a:lnTo>
                  <a:lnTo>
                    <a:pt x="705" y="3217"/>
                  </a:lnTo>
                  <a:lnTo>
                    <a:pt x="2269" y="3217"/>
                  </a:lnTo>
                  <a:lnTo>
                    <a:pt x="2269" y="215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12"/>
            <p:cNvSpPr/>
            <p:nvPr/>
          </p:nvSpPr>
          <p:spPr>
            <a:xfrm>
              <a:off x="6839094" y="3389651"/>
              <a:ext cx="547418" cy="414040"/>
            </a:xfrm>
            <a:custGeom>
              <a:rect b="b" l="l" r="r" t="t"/>
              <a:pathLst>
                <a:path extrusionOk="0" h="5181" w="6850">
                  <a:moveTo>
                    <a:pt x="3419" y="0"/>
                  </a:moveTo>
                  <a:lnTo>
                    <a:pt x="1071" y="93"/>
                  </a:lnTo>
                  <a:cubicBezTo>
                    <a:pt x="1071" y="93"/>
                    <a:pt x="1" y="1775"/>
                    <a:pt x="1109" y="5180"/>
                  </a:cubicBezTo>
                  <a:lnTo>
                    <a:pt x="3153" y="5180"/>
                  </a:lnTo>
                  <a:lnTo>
                    <a:pt x="3153" y="2909"/>
                  </a:lnTo>
                  <a:lnTo>
                    <a:pt x="3698" y="2909"/>
                  </a:lnTo>
                  <a:lnTo>
                    <a:pt x="3698" y="5180"/>
                  </a:lnTo>
                  <a:lnTo>
                    <a:pt x="5741" y="5180"/>
                  </a:lnTo>
                  <a:cubicBezTo>
                    <a:pt x="6850" y="1775"/>
                    <a:pt x="5780" y="93"/>
                    <a:pt x="5780" y="93"/>
                  </a:cubicBezTo>
                  <a:lnTo>
                    <a:pt x="34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12"/>
            <p:cNvSpPr/>
            <p:nvPr/>
          </p:nvSpPr>
          <p:spPr>
            <a:xfrm>
              <a:off x="7046230" y="2775194"/>
              <a:ext cx="133218" cy="649549"/>
            </a:xfrm>
            <a:custGeom>
              <a:rect b="b" l="l" r="r" t="t"/>
              <a:pathLst>
                <a:path extrusionOk="0" h="8128" w="1667">
                  <a:moveTo>
                    <a:pt x="1666" y="1"/>
                  </a:moveTo>
                  <a:lnTo>
                    <a:pt x="0" y="174"/>
                  </a:lnTo>
                  <a:lnTo>
                    <a:pt x="106" y="8128"/>
                  </a:lnTo>
                  <a:lnTo>
                    <a:pt x="1560" y="8128"/>
                  </a:lnTo>
                  <a:lnTo>
                    <a:pt x="16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12"/>
            <p:cNvSpPr/>
            <p:nvPr/>
          </p:nvSpPr>
          <p:spPr>
            <a:xfrm>
              <a:off x="6679106" y="2735797"/>
              <a:ext cx="62014" cy="130102"/>
            </a:xfrm>
            <a:custGeom>
              <a:rect b="b" l="l" r="r" t="t"/>
              <a:pathLst>
                <a:path extrusionOk="0" h="1628" w="776">
                  <a:moveTo>
                    <a:pt x="109" y="0"/>
                  </a:moveTo>
                  <a:lnTo>
                    <a:pt x="0" y="1628"/>
                  </a:lnTo>
                  <a:lnTo>
                    <a:pt x="388" y="1628"/>
                  </a:lnTo>
                  <a:lnTo>
                    <a:pt x="776" y="93"/>
                  </a:lnTo>
                  <a:cubicBezTo>
                    <a:pt x="776" y="93"/>
                    <a:pt x="455" y="80"/>
                    <a:pt x="109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12"/>
            <p:cNvSpPr/>
            <p:nvPr/>
          </p:nvSpPr>
          <p:spPr>
            <a:xfrm>
              <a:off x="6613017" y="2762009"/>
              <a:ext cx="350108" cy="566278"/>
            </a:xfrm>
            <a:custGeom>
              <a:rect b="b" l="l" r="r" t="t"/>
              <a:pathLst>
                <a:path extrusionOk="0" h="7086" w="4381">
                  <a:moveTo>
                    <a:pt x="4289" y="1"/>
                  </a:moveTo>
                  <a:cubicBezTo>
                    <a:pt x="3985" y="1"/>
                    <a:pt x="2989" y="132"/>
                    <a:pt x="2416" y="1767"/>
                  </a:cubicBezTo>
                  <a:cubicBezTo>
                    <a:pt x="1910" y="3424"/>
                    <a:pt x="1830" y="3770"/>
                    <a:pt x="1830" y="3770"/>
                  </a:cubicBezTo>
                  <a:lnTo>
                    <a:pt x="1068" y="1806"/>
                  </a:lnTo>
                  <a:cubicBezTo>
                    <a:pt x="1068" y="1806"/>
                    <a:pt x="1337" y="1767"/>
                    <a:pt x="1295" y="1527"/>
                  </a:cubicBezTo>
                  <a:cubicBezTo>
                    <a:pt x="1561" y="1501"/>
                    <a:pt x="1561" y="1325"/>
                    <a:pt x="1468" y="1194"/>
                  </a:cubicBezTo>
                  <a:cubicBezTo>
                    <a:pt x="1590" y="1034"/>
                    <a:pt x="1548" y="886"/>
                    <a:pt x="1350" y="819"/>
                  </a:cubicBezTo>
                  <a:cubicBezTo>
                    <a:pt x="1161" y="765"/>
                    <a:pt x="936" y="726"/>
                    <a:pt x="936" y="726"/>
                  </a:cubicBezTo>
                  <a:cubicBezTo>
                    <a:pt x="936" y="726"/>
                    <a:pt x="1148" y="604"/>
                    <a:pt x="1270" y="592"/>
                  </a:cubicBezTo>
                  <a:cubicBezTo>
                    <a:pt x="1388" y="579"/>
                    <a:pt x="1603" y="604"/>
                    <a:pt x="1641" y="460"/>
                  </a:cubicBezTo>
                  <a:cubicBezTo>
                    <a:pt x="1665" y="340"/>
                    <a:pt x="1338" y="309"/>
                    <a:pt x="1087" y="309"/>
                  </a:cubicBezTo>
                  <a:cubicBezTo>
                    <a:pt x="1031" y="309"/>
                    <a:pt x="980" y="311"/>
                    <a:pt x="936" y="313"/>
                  </a:cubicBezTo>
                  <a:cubicBezTo>
                    <a:pt x="696" y="326"/>
                    <a:pt x="401" y="524"/>
                    <a:pt x="216" y="752"/>
                  </a:cubicBezTo>
                  <a:cubicBezTo>
                    <a:pt x="14" y="966"/>
                    <a:pt x="1" y="1514"/>
                    <a:pt x="81" y="1847"/>
                  </a:cubicBezTo>
                  <a:cubicBezTo>
                    <a:pt x="148" y="2181"/>
                    <a:pt x="802" y="5785"/>
                    <a:pt x="975" y="6265"/>
                  </a:cubicBezTo>
                  <a:cubicBezTo>
                    <a:pt x="1135" y="6680"/>
                    <a:pt x="1446" y="7085"/>
                    <a:pt x="1915" y="7085"/>
                  </a:cubicBezTo>
                  <a:cubicBezTo>
                    <a:pt x="1990" y="7085"/>
                    <a:pt x="2068" y="7075"/>
                    <a:pt x="2150" y="7053"/>
                  </a:cubicBezTo>
                  <a:cubicBezTo>
                    <a:pt x="2750" y="6906"/>
                    <a:pt x="3083" y="5772"/>
                    <a:pt x="3243" y="5371"/>
                  </a:cubicBezTo>
                  <a:cubicBezTo>
                    <a:pt x="3419" y="4984"/>
                    <a:pt x="3993" y="3504"/>
                    <a:pt x="3993" y="3504"/>
                  </a:cubicBezTo>
                  <a:lnTo>
                    <a:pt x="4380" y="5"/>
                  </a:lnTo>
                  <a:cubicBezTo>
                    <a:pt x="4380" y="5"/>
                    <a:pt x="4347" y="1"/>
                    <a:pt x="4289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12"/>
            <p:cNvSpPr/>
            <p:nvPr/>
          </p:nvSpPr>
          <p:spPr>
            <a:xfrm>
              <a:off x="6776121" y="2762009"/>
              <a:ext cx="187001" cy="345073"/>
            </a:xfrm>
            <a:custGeom>
              <a:rect b="b" l="l" r="r" t="t"/>
              <a:pathLst>
                <a:path extrusionOk="0" h="4318" w="2340">
                  <a:moveTo>
                    <a:pt x="2248" y="1"/>
                  </a:moveTo>
                  <a:cubicBezTo>
                    <a:pt x="1944" y="1"/>
                    <a:pt x="948" y="132"/>
                    <a:pt x="375" y="1767"/>
                  </a:cubicBezTo>
                  <a:cubicBezTo>
                    <a:pt x="202" y="2328"/>
                    <a:pt x="81" y="2728"/>
                    <a:pt x="1" y="3023"/>
                  </a:cubicBezTo>
                  <a:cubicBezTo>
                    <a:pt x="363" y="3154"/>
                    <a:pt x="1244" y="3555"/>
                    <a:pt x="1631" y="4317"/>
                  </a:cubicBezTo>
                  <a:cubicBezTo>
                    <a:pt x="1804" y="3888"/>
                    <a:pt x="1952" y="3504"/>
                    <a:pt x="1952" y="3504"/>
                  </a:cubicBezTo>
                  <a:lnTo>
                    <a:pt x="2339" y="5"/>
                  </a:lnTo>
                  <a:cubicBezTo>
                    <a:pt x="2339" y="5"/>
                    <a:pt x="2306" y="1"/>
                    <a:pt x="2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12"/>
            <p:cNvSpPr/>
            <p:nvPr/>
          </p:nvSpPr>
          <p:spPr>
            <a:xfrm>
              <a:off x="6694210" y="3254198"/>
              <a:ext cx="108844" cy="74001"/>
            </a:xfrm>
            <a:custGeom>
              <a:rect b="b" l="l" r="r" t="t"/>
              <a:pathLst>
                <a:path extrusionOk="0" h="926" w="1362">
                  <a:moveTo>
                    <a:pt x="519" y="0"/>
                  </a:moveTo>
                  <a:cubicBezTo>
                    <a:pt x="321" y="0"/>
                    <a:pt x="132" y="68"/>
                    <a:pt x="0" y="186"/>
                  </a:cubicBezTo>
                  <a:cubicBezTo>
                    <a:pt x="160" y="576"/>
                    <a:pt x="457" y="925"/>
                    <a:pt x="899" y="925"/>
                  </a:cubicBezTo>
                  <a:cubicBezTo>
                    <a:pt x="974" y="925"/>
                    <a:pt x="1052" y="915"/>
                    <a:pt x="1134" y="894"/>
                  </a:cubicBezTo>
                  <a:cubicBezTo>
                    <a:pt x="1215" y="881"/>
                    <a:pt x="1282" y="840"/>
                    <a:pt x="1362" y="788"/>
                  </a:cubicBezTo>
                  <a:cubicBezTo>
                    <a:pt x="1333" y="346"/>
                    <a:pt x="961" y="0"/>
                    <a:pt x="519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12"/>
            <p:cNvSpPr/>
            <p:nvPr/>
          </p:nvSpPr>
          <p:spPr>
            <a:xfrm>
              <a:off x="6776121" y="2959795"/>
              <a:ext cx="151679" cy="147283"/>
            </a:xfrm>
            <a:custGeom>
              <a:rect b="b" l="l" r="r" t="t"/>
              <a:pathLst>
                <a:path extrusionOk="0" h="1843" w="1898">
                  <a:moveTo>
                    <a:pt x="161" y="0"/>
                  </a:moveTo>
                  <a:cubicBezTo>
                    <a:pt x="97" y="212"/>
                    <a:pt x="42" y="401"/>
                    <a:pt x="1" y="548"/>
                  </a:cubicBezTo>
                  <a:cubicBezTo>
                    <a:pt x="363" y="679"/>
                    <a:pt x="1244" y="1080"/>
                    <a:pt x="1631" y="1842"/>
                  </a:cubicBezTo>
                  <a:cubicBezTo>
                    <a:pt x="1737" y="1560"/>
                    <a:pt x="1843" y="1307"/>
                    <a:pt x="1897" y="1147"/>
                  </a:cubicBezTo>
                  <a:cubicBezTo>
                    <a:pt x="1378" y="452"/>
                    <a:pt x="561" y="132"/>
                    <a:pt x="161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12"/>
            <p:cNvSpPr/>
            <p:nvPr/>
          </p:nvSpPr>
          <p:spPr>
            <a:xfrm>
              <a:off x="6871139" y="2762408"/>
              <a:ext cx="218647" cy="696699"/>
            </a:xfrm>
            <a:custGeom>
              <a:rect b="b" l="l" r="r" t="t"/>
              <a:pathLst>
                <a:path extrusionOk="0" h="8718" w="2736">
                  <a:moveTo>
                    <a:pt x="1150" y="0"/>
                  </a:moveTo>
                  <a:cubicBezTo>
                    <a:pt x="442" y="2550"/>
                    <a:pt x="0" y="3819"/>
                    <a:pt x="830" y="4645"/>
                  </a:cubicBezTo>
                  <a:lnTo>
                    <a:pt x="349" y="8410"/>
                  </a:lnTo>
                  <a:cubicBezTo>
                    <a:pt x="349" y="8410"/>
                    <a:pt x="763" y="8717"/>
                    <a:pt x="2736" y="8717"/>
                  </a:cubicBezTo>
                  <a:lnTo>
                    <a:pt x="2736" y="894"/>
                  </a:lnTo>
                  <a:lnTo>
                    <a:pt x="1816" y="199"/>
                  </a:lnTo>
                  <a:cubicBezTo>
                    <a:pt x="1816" y="199"/>
                    <a:pt x="1403" y="55"/>
                    <a:pt x="115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2"/>
            <p:cNvSpPr/>
            <p:nvPr/>
          </p:nvSpPr>
          <p:spPr>
            <a:xfrm>
              <a:off x="6910537" y="2762408"/>
              <a:ext cx="179249" cy="215611"/>
            </a:xfrm>
            <a:custGeom>
              <a:rect b="b" l="l" r="r" t="t"/>
              <a:pathLst>
                <a:path extrusionOk="0" h="2698" w="2243">
                  <a:moveTo>
                    <a:pt x="657" y="0"/>
                  </a:moveTo>
                  <a:cubicBezTo>
                    <a:pt x="375" y="1000"/>
                    <a:pt x="148" y="1788"/>
                    <a:pt x="0" y="2441"/>
                  </a:cubicBezTo>
                  <a:cubicBezTo>
                    <a:pt x="801" y="2602"/>
                    <a:pt x="1778" y="2669"/>
                    <a:pt x="2243" y="2698"/>
                  </a:cubicBezTo>
                  <a:lnTo>
                    <a:pt x="2243" y="894"/>
                  </a:lnTo>
                  <a:lnTo>
                    <a:pt x="1323" y="199"/>
                  </a:lnTo>
                  <a:cubicBezTo>
                    <a:pt x="1323" y="199"/>
                    <a:pt x="910" y="55"/>
                    <a:pt x="65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2"/>
            <p:cNvSpPr/>
            <p:nvPr/>
          </p:nvSpPr>
          <p:spPr>
            <a:xfrm>
              <a:off x="6932033" y="3133608"/>
              <a:ext cx="127065" cy="42834"/>
            </a:xfrm>
            <a:custGeom>
              <a:rect b="b" l="l" r="r" t="t"/>
              <a:pathLst>
                <a:path extrusionOk="0" h="536" w="1590">
                  <a:moveTo>
                    <a:pt x="68" y="0"/>
                  </a:moveTo>
                  <a:cubicBezTo>
                    <a:pt x="39" y="186"/>
                    <a:pt x="26" y="359"/>
                    <a:pt x="1" y="535"/>
                  </a:cubicBezTo>
                  <a:cubicBezTo>
                    <a:pt x="814" y="414"/>
                    <a:pt x="1589" y="106"/>
                    <a:pt x="1253" y="106"/>
                  </a:cubicBezTo>
                  <a:cubicBezTo>
                    <a:pt x="840" y="106"/>
                    <a:pt x="68" y="0"/>
                    <a:pt x="6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2"/>
            <p:cNvSpPr/>
            <p:nvPr/>
          </p:nvSpPr>
          <p:spPr>
            <a:xfrm>
              <a:off x="6910537" y="3270020"/>
              <a:ext cx="118594" cy="70485"/>
            </a:xfrm>
            <a:custGeom>
              <a:rect b="b" l="l" r="r" t="t"/>
              <a:pathLst>
                <a:path extrusionOk="0" h="882" w="1484">
                  <a:moveTo>
                    <a:pt x="1243" y="1"/>
                  </a:moveTo>
                  <a:cubicBezTo>
                    <a:pt x="856" y="241"/>
                    <a:pt x="362" y="321"/>
                    <a:pt x="68" y="350"/>
                  </a:cubicBezTo>
                  <a:cubicBezTo>
                    <a:pt x="42" y="549"/>
                    <a:pt x="29" y="722"/>
                    <a:pt x="0" y="882"/>
                  </a:cubicBezTo>
                  <a:cubicBezTo>
                    <a:pt x="763" y="844"/>
                    <a:pt x="1484" y="510"/>
                    <a:pt x="1484" y="510"/>
                  </a:cubicBezTo>
                  <a:lnTo>
                    <a:pt x="124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12"/>
            <p:cNvSpPr/>
            <p:nvPr/>
          </p:nvSpPr>
          <p:spPr>
            <a:xfrm>
              <a:off x="6899029" y="3397003"/>
              <a:ext cx="190757" cy="62094"/>
            </a:xfrm>
            <a:custGeom>
              <a:rect b="b" l="l" r="r" t="t"/>
              <a:pathLst>
                <a:path extrusionOk="0" h="777" w="2387">
                  <a:moveTo>
                    <a:pt x="52" y="1"/>
                  </a:moveTo>
                  <a:lnTo>
                    <a:pt x="0" y="469"/>
                  </a:lnTo>
                  <a:cubicBezTo>
                    <a:pt x="0" y="469"/>
                    <a:pt x="414" y="776"/>
                    <a:pt x="2387" y="776"/>
                  </a:cubicBezTo>
                  <a:lnTo>
                    <a:pt x="2387" y="347"/>
                  </a:lnTo>
                  <a:cubicBezTo>
                    <a:pt x="2317" y="350"/>
                    <a:pt x="2225" y="353"/>
                    <a:pt x="2114" y="353"/>
                  </a:cubicBezTo>
                  <a:cubicBezTo>
                    <a:pt x="1661" y="353"/>
                    <a:pt x="899" y="302"/>
                    <a:pt x="5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12"/>
            <p:cNvSpPr/>
            <p:nvPr/>
          </p:nvSpPr>
          <p:spPr>
            <a:xfrm>
              <a:off x="6657849" y="2906253"/>
              <a:ext cx="40517" cy="47230"/>
            </a:xfrm>
            <a:custGeom>
              <a:rect b="b" l="l" r="r" t="t"/>
              <a:pathLst>
                <a:path extrusionOk="0" h="591" w="507">
                  <a:moveTo>
                    <a:pt x="507" y="1"/>
                  </a:moveTo>
                  <a:lnTo>
                    <a:pt x="119" y="55"/>
                  </a:lnTo>
                  <a:cubicBezTo>
                    <a:pt x="119" y="55"/>
                    <a:pt x="1" y="590"/>
                    <a:pt x="228" y="590"/>
                  </a:cubicBezTo>
                  <a:cubicBezTo>
                    <a:pt x="230" y="590"/>
                    <a:pt x="232" y="590"/>
                    <a:pt x="235" y="590"/>
                  </a:cubicBezTo>
                  <a:cubicBezTo>
                    <a:pt x="441" y="590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12"/>
            <p:cNvSpPr/>
            <p:nvPr/>
          </p:nvSpPr>
          <p:spPr>
            <a:xfrm>
              <a:off x="7484479" y="2735797"/>
              <a:ext cx="62094" cy="130102"/>
            </a:xfrm>
            <a:custGeom>
              <a:rect b="b" l="l" r="r" t="t"/>
              <a:pathLst>
                <a:path extrusionOk="0" h="1628" w="777">
                  <a:moveTo>
                    <a:pt x="654" y="0"/>
                  </a:moveTo>
                  <a:cubicBezTo>
                    <a:pt x="321" y="80"/>
                    <a:pt x="1" y="93"/>
                    <a:pt x="1" y="93"/>
                  </a:cubicBezTo>
                  <a:lnTo>
                    <a:pt x="388" y="1628"/>
                  </a:lnTo>
                  <a:lnTo>
                    <a:pt x="776" y="1628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12"/>
            <p:cNvSpPr/>
            <p:nvPr/>
          </p:nvSpPr>
          <p:spPr>
            <a:xfrm>
              <a:off x="7262558" y="2762009"/>
              <a:ext cx="350028" cy="566278"/>
            </a:xfrm>
            <a:custGeom>
              <a:rect b="b" l="l" r="r" t="t"/>
              <a:pathLst>
                <a:path extrusionOk="0" h="7086" w="438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961" y="4984"/>
                    <a:pt x="1138" y="5371"/>
                  </a:cubicBezTo>
                  <a:cubicBezTo>
                    <a:pt x="1298" y="5772"/>
                    <a:pt x="1631" y="6906"/>
                    <a:pt x="2230" y="7053"/>
                  </a:cubicBezTo>
                  <a:cubicBezTo>
                    <a:pt x="2312" y="7075"/>
                    <a:pt x="2391" y="7085"/>
                    <a:pt x="2465" y="7085"/>
                  </a:cubicBezTo>
                  <a:cubicBezTo>
                    <a:pt x="2934" y="7085"/>
                    <a:pt x="3245" y="6680"/>
                    <a:pt x="3406" y="6265"/>
                  </a:cubicBezTo>
                  <a:cubicBezTo>
                    <a:pt x="3579" y="5785"/>
                    <a:pt x="4232" y="2181"/>
                    <a:pt x="4299" y="1847"/>
                  </a:cubicBezTo>
                  <a:cubicBezTo>
                    <a:pt x="4380" y="1514"/>
                    <a:pt x="4367" y="966"/>
                    <a:pt x="4165" y="752"/>
                  </a:cubicBezTo>
                  <a:cubicBezTo>
                    <a:pt x="3966" y="524"/>
                    <a:pt x="3684" y="326"/>
                    <a:pt x="3444" y="313"/>
                  </a:cubicBezTo>
                  <a:cubicBezTo>
                    <a:pt x="3401" y="311"/>
                    <a:pt x="3349" y="309"/>
                    <a:pt x="3294" y="309"/>
                  </a:cubicBezTo>
                  <a:cubicBezTo>
                    <a:pt x="3043" y="309"/>
                    <a:pt x="2716" y="340"/>
                    <a:pt x="2739" y="460"/>
                  </a:cubicBezTo>
                  <a:cubicBezTo>
                    <a:pt x="2765" y="604"/>
                    <a:pt x="2992" y="579"/>
                    <a:pt x="3111" y="592"/>
                  </a:cubicBezTo>
                  <a:cubicBezTo>
                    <a:pt x="3233" y="604"/>
                    <a:pt x="3444" y="726"/>
                    <a:pt x="3444" y="726"/>
                  </a:cubicBezTo>
                  <a:cubicBezTo>
                    <a:pt x="3444" y="726"/>
                    <a:pt x="3220" y="765"/>
                    <a:pt x="3018" y="819"/>
                  </a:cubicBezTo>
                  <a:cubicBezTo>
                    <a:pt x="2832" y="886"/>
                    <a:pt x="2778" y="1034"/>
                    <a:pt x="2900" y="1194"/>
                  </a:cubicBezTo>
                  <a:cubicBezTo>
                    <a:pt x="2819" y="1325"/>
                    <a:pt x="2819" y="1501"/>
                    <a:pt x="3085" y="1527"/>
                  </a:cubicBezTo>
                  <a:cubicBezTo>
                    <a:pt x="3044" y="1767"/>
                    <a:pt x="3313" y="1806"/>
                    <a:pt x="3313" y="1806"/>
                  </a:cubicBezTo>
                  <a:lnTo>
                    <a:pt x="2538" y="3770"/>
                  </a:lnTo>
                  <a:cubicBezTo>
                    <a:pt x="2538" y="3770"/>
                    <a:pt x="2470" y="3424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12"/>
            <p:cNvSpPr/>
            <p:nvPr/>
          </p:nvSpPr>
          <p:spPr>
            <a:xfrm>
              <a:off x="7262558" y="2762009"/>
              <a:ext cx="186921" cy="345073"/>
            </a:xfrm>
            <a:custGeom>
              <a:rect b="b" l="l" r="r" t="t"/>
              <a:pathLst>
                <a:path extrusionOk="0" h="4318" w="2339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535" y="3888"/>
                    <a:pt x="708" y="4317"/>
                  </a:cubicBezTo>
                  <a:cubicBezTo>
                    <a:pt x="1096" y="3555"/>
                    <a:pt x="1977" y="3154"/>
                    <a:pt x="2339" y="3023"/>
                  </a:cubicBezTo>
                  <a:cubicBezTo>
                    <a:pt x="2259" y="2728"/>
                    <a:pt x="2124" y="2328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2"/>
            <p:cNvSpPr/>
            <p:nvPr/>
          </p:nvSpPr>
          <p:spPr>
            <a:xfrm>
              <a:off x="7422545" y="3254198"/>
              <a:ext cx="108924" cy="74001"/>
            </a:xfrm>
            <a:custGeom>
              <a:rect b="b" l="l" r="r" t="t"/>
              <a:pathLst>
                <a:path extrusionOk="0" h="926" w="1363">
                  <a:moveTo>
                    <a:pt x="843" y="0"/>
                  </a:moveTo>
                  <a:cubicBezTo>
                    <a:pt x="388" y="0"/>
                    <a:pt x="29" y="346"/>
                    <a:pt x="1" y="788"/>
                  </a:cubicBezTo>
                  <a:cubicBezTo>
                    <a:pt x="68" y="840"/>
                    <a:pt x="148" y="881"/>
                    <a:pt x="228" y="894"/>
                  </a:cubicBezTo>
                  <a:cubicBezTo>
                    <a:pt x="309" y="915"/>
                    <a:pt x="386" y="925"/>
                    <a:pt x="459" y="925"/>
                  </a:cubicBezTo>
                  <a:cubicBezTo>
                    <a:pt x="896" y="925"/>
                    <a:pt x="1203" y="576"/>
                    <a:pt x="1362" y="186"/>
                  </a:cubicBezTo>
                  <a:cubicBezTo>
                    <a:pt x="1218" y="68"/>
                    <a:pt x="1042" y="0"/>
                    <a:pt x="843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2"/>
            <p:cNvSpPr/>
            <p:nvPr/>
          </p:nvSpPr>
          <p:spPr>
            <a:xfrm>
              <a:off x="7297879" y="2959795"/>
              <a:ext cx="151599" cy="147283"/>
            </a:xfrm>
            <a:custGeom>
              <a:rect b="b" l="l" r="r" t="t"/>
              <a:pathLst>
                <a:path extrusionOk="0" h="1843" w="1897">
                  <a:moveTo>
                    <a:pt x="1737" y="0"/>
                  </a:moveTo>
                  <a:cubicBezTo>
                    <a:pt x="1320" y="132"/>
                    <a:pt x="519" y="452"/>
                    <a:pt x="0" y="1147"/>
                  </a:cubicBezTo>
                  <a:cubicBezTo>
                    <a:pt x="55" y="1307"/>
                    <a:pt x="161" y="1560"/>
                    <a:pt x="266" y="1842"/>
                  </a:cubicBezTo>
                  <a:cubicBezTo>
                    <a:pt x="654" y="1080"/>
                    <a:pt x="1535" y="679"/>
                    <a:pt x="1897" y="548"/>
                  </a:cubicBezTo>
                  <a:cubicBezTo>
                    <a:pt x="1855" y="401"/>
                    <a:pt x="1801" y="212"/>
                    <a:pt x="1737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2"/>
            <p:cNvSpPr/>
            <p:nvPr/>
          </p:nvSpPr>
          <p:spPr>
            <a:xfrm>
              <a:off x="7135814" y="2762408"/>
              <a:ext cx="218727" cy="696699"/>
            </a:xfrm>
            <a:custGeom>
              <a:rect b="b" l="l" r="r" t="t"/>
              <a:pathLst>
                <a:path extrusionOk="0" h="8718" w="2737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8717"/>
                  </a:lnTo>
                  <a:cubicBezTo>
                    <a:pt x="1974" y="8717"/>
                    <a:pt x="2387" y="8410"/>
                    <a:pt x="2387" y="8410"/>
                  </a:cubicBezTo>
                  <a:lnTo>
                    <a:pt x="1907" y="4645"/>
                  </a:lnTo>
                  <a:cubicBezTo>
                    <a:pt x="2736" y="3819"/>
                    <a:pt x="2294" y="2550"/>
                    <a:pt x="158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12"/>
            <p:cNvSpPr/>
            <p:nvPr/>
          </p:nvSpPr>
          <p:spPr>
            <a:xfrm>
              <a:off x="7135814" y="2762408"/>
              <a:ext cx="177971" cy="215611"/>
            </a:xfrm>
            <a:custGeom>
              <a:rect b="b" l="l" r="r" t="t"/>
              <a:pathLst>
                <a:path extrusionOk="0" h="2698" w="2227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2698"/>
                  </a:lnTo>
                  <a:cubicBezTo>
                    <a:pt x="465" y="2669"/>
                    <a:pt x="1442" y="2602"/>
                    <a:pt x="2227" y="2441"/>
                  </a:cubicBezTo>
                  <a:cubicBezTo>
                    <a:pt x="2096" y="1788"/>
                    <a:pt x="1868" y="1000"/>
                    <a:pt x="158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2"/>
            <p:cNvSpPr/>
            <p:nvPr/>
          </p:nvSpPr>
          <p:spPr>
            <a:xfrm>
              <a:off x="6955368" y="2294753"/>
              <a:ext cx="324375" cy="163586"/>
            </a:xfrm>
            <a:custGeom>
              <a:rect b="b" l="l" r="r" t="t"/>
              <a:pathLst>
                <a:path extrusionOk="0" h="2047" w="4059">
                  <a:moveTo>
                    <a:pt x="1862" y="1"/>
                  </a:moveTo>
                  <a:cubicBezTo>
                    <a:pt x="1605" y="1"/>
                    <a:pt x="1321" y="37"/>
                    <a:pt x="1028" y="140"/>
                  </a:cubicBezTo>
                  <a:cubicBezTo>
                    <a:pt x="0" y="512"/>
                    <a:pt x="67" y="1435"/>
                    <a:pt x="147" y="1874"/>
                  </a:cubicBezTo>
                  <a:lnTo>
                    <a:pt x="1964" y="2047"/>
                  </a:lnTo>
                  <a:lnTo>
                    <a:pt x="3819" y="1915"/>
                  </a:lnTo>
                  <a:cubicBezTo>
                    <a:pt x="3819" y="1915"/>
                    <a:pt x="4059" y="900"/>
                    <a:pt x="3325" y="406"/>
                  </a:cubicBezTo>
                  <a:cubicBezTo>
                    <a:pt x="3467" y="358"/>
                    <a:pt x="3467" y="317"/>
                    <a:pt x="3349" y="317"/>
                  </a:cubicBezTo>
                  <a:cubicBezTo>
                    <a:pt x="3302" y="317"/>
                    <a:pt x="3236" y="323"/>
                    <a:pt x="3152" y="339"/>
                  </a:cubicBezTo>
                  <a:cubicBezTo>
                    <a:pt x="3119" y="152"/>
                    <a:pt x="3076" y="86"/>
                    <a:pt x="3041" y="86"/>
                  </a:cubicBezTo>
                  <a:cubicBezTo>
                    <a:pt x="3006" y="86"/>
                    <a:pt x="2979" y="153"/>
                    <a:pt x="2979" y="233"/>
                  </a:cubicBezTo>
                  <a:cubicBezTo>
                    <a:pt x="2979" y="233"/>
                    <a:pt x="2507" y="1"/>
                    <a:pt x="1862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2"/>
            <p:cNvSpPr/>
            <p:nvPr/>
          </p:nvSpPr>
          <p:spPr>
            <a:xfrm>
              <a:off x="7143246" y="2716298"/>
              <a:ext cx="58738" cy="49228"/>
            </a:xfrm>
            <a:custGeom>
              <a:rect b="b" l="l" r="r" t="t"/>
              <a:pathLst>
                <a:path extrusionOk="0" h="616" w="735">
                  <a:moveTo>
                    <a:pt x="147" y="0"/>
                  </a:moveTo>
                  <a:cubicBezTo>
                    <a:pt x="60" y="0"/>
                    <a:pt x="0" y="4"/>
                    <a:pt x="0" y="4"/>
                  </a:cubicBezTo>
                  <a:lnTo>
                    <a:pt x="161" y="616"/>
                  </a:lnTo>
                  <a:cubicBezTo>
                    <a:pt x="161" y="616"/>
                    <a:pt x="708" y="430"/>
                    <a:pt x="734" y="84"/>
                  </a:cubicBezTo>
                  <a:cubicBezTo>
                    <a:pt x="577" y="13"/>
                    <a:pt x="312" y="0"/>
                    <a:pt x="147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8" name="Google Shape;1678;p12"/>
            <p:cNvSpPr/>
            <p:nvPr/>
          </p:nvSpPr>
          <p:spPr>
            <a:xfrm>
              <a:off x="7023695" y="2716298"/>
              <a:ext cx="58658" cy="49228"/>
            </a:xfrm>
            <a:custGeom>
              <a:rect b="b" l="l" r="r" t="t"/>
              <a:pathLst>
                <a:path extrusionOk="0" h="616" w="734">
                  <a:moveTo>
                    <a:pt x="588" y="0"/>
                  </a:moveTo>
                  <a:cubicBezTo>
                    <a:pt x="423" y="0"/>
                    <a:pt x="157" y="13"/>
                    <a:pt x="0" y="84"/>
                  </a:cubicBezTo>
                  <a:cubicBezTo>
                    <a:pt x="13" y="430"/>
                    <a:pt x="574" y="616"/>
                    <a:pt x="574" y="616"/>
                  </a:cubicBezTo>
                  <a:lnTo>
                    <a:pt x="734" y="4"/>
                  </a:lnTo>
                  <a:cubicBezTo>
                    <a:pt x="734" y="4"/>
                    <a:pt x="675" y="0"/>
                    <a:pt x="588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12"/>
            <p:cNvSpPr/>
            <p:nvPr/>
          </p:nvSpPr>
          <p:spPr>
            <a:xfrm>
              <a:off x="7022656" y="2665393"/>
              <a:ext cx="179329" cy="162148"/>
            </a:xfrm>
            <a:custGeom>
              <a:rect b="b" l="l" r="r" t="t"/>
              <a:pathLst>
                <a:path extrusionOk="0" h="2029" w="2244">
                  <a:moveTo>
                    <a:pt x="536" y="0"/>
                  </a:moveTo>
                  <a:cubicBezTo>
                    <a:pt x="536" y="0"/>
                    <a:pt x="628" y="1442"/>
                    <a:pt x="1" y="1602"/>
                  </a:cubicBezTo>
                  <a:cubicBezTo>
                    <a:pt x="641" y="2028"/>
                    <a:pt x="840" y="2028"/>
                    <a:pt x="1122" y="2028"/>
                  </a:cubicBezTo>
                  <a:cubicBezTo>
                    <a:pt x="1401" y="2028"/>
                    <a:pt x="1602" y="2028"/>
                    <a:pt x="2243" y="1602"/>
                  </a:cubicBezTo>
                  <a:cubicBezTo>
                    <a:pt x="1615" y="1442"/>
                    <a:pt x="1695" y="0"/>
                    <a:pt x="1695" y="0"/>
                  </a:cubicBezTo>
                  <a:lnTo>
                    <a:pt x="1695" y="0"/>
                  </a:lnTo>
                  <a:lnTo>
                    <a:pt x="1122" y="8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12"/>
            <p:cNvSpPr/>
            <p:nvPr/>
          </p:nvSpPr>
          <p:spPr>
            <a:xfrm>
              <a:off x="6920286" y="2468006"/>
              <a:ext cx="103490" cy="139132"/>
            </a:xfrm>
            <a:custGeom>
              <a:rect b="b" l="l" r="r" t="t"/>
              <a:pathLst>
                <a:path extrusionOk="0" h="1741" w="1295">
                  <a:moveTo>
                    <a:pt x="839" y="0"/>
                  </a:moveTo>
                  <a:cubicBezTo>
                    <a:pt x="839" y="0"/>
                    <a:pt x="186" y="135"/>
                    <a:pt x="93" y="295"/>
                  </a:cubicBezTo>
                  <a:cubicBezTo>
                    <a:pt x="0" y="439"/>
                    <a:pt x="80" y="1282"/>
                    <a:pt x="295" y="1535"/>
                  </a:cubicBezTo>
                  <a:cubicBezTo>
                    <a:pt x="445" y="1715"/>
                    <a:pt x="888" y="1741"/>
                    <a:pt x="1131" y="1741"/>
                  </a:cubicBezTo>
                  <a:cubicBezTo>
                    <a:pt x="1229" y="1741"/>
                    <a:pt x="1294" y="1737"/>
                    <a:pt x="1294" y="1737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12"/>
            <p:cNvSpPr/>
            <p:nvPr/>
          </p:nvSpPr>
          <p:spPr>
            <a:xfrm>
              <a:off x="6920286" y="2480792"/>
              <a:ext cx="39478" cy="120672"/>
            </a:xfrm>
            <a:custGeom>
              <a:rect b="b" l="l" r="r" t="t"/>
              <a:pathLst>
                <a:path extrusionOk="0" h="1510" w="494">
                  <a:moveTo>
                    <a:pt x="295" y="0"/>
                  </a:moveTo>
                  <a:cubicBezTo>
                    <a:pt x="199" y="39"/>
                    <a:pt x="119" y="81"/>
                    <a:pt x="93" y="135"/>
                  </a:cubicBezTo>
                  <a:cubicBezTo>
                    <a:pt x="0" y="279"/>
                    <a:pt x="80" y="1122"/>
                    <a:pt x="295" y="1375"/>
                  </a:cubicBezTo>
                  <a:cubicBezTo>
                    <a:pt x="333" y="1429"/>
                    <a:pt x="413" y="1468"/>
                    <a:pt x="494" y="1509"/>
                  </a:cubicBezTo>
                  <a:cubicBezTo>
                    <a:pt x="333" y="1000"/>
                    <a:pt x="295" y="321"/>
                    <a:pt x="29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12"/>
            <p:cNvSpPr/>
            <p:nvPr/>
          </p:nvSpPr>
          <p:spPr>
            <a:xfrm>
              <a:off x="6953291" y="2468006"/>
              <a:ext cx="70485" cy="139851"/>
            </a:xfrm>
            <a:custGeom>
              <a:rect b="b" l="l" r="r" t="t"/>
              <a:pathLst>
                <a:path extrusionOk="0" h="1750" w="882">
                  <a:moveTo>
                    <a:pt x="426" y="0"/>
                  </a:moveTo>
                  <a:cubicBezTo>
                    <a:pt x="426" y="0"/>
                    <a:pt x="202" y="55"/>
                    <a:pt x="0" y="119"/>
                  </a:cubicBezTo>
                  <a:cubicBezTo>
                    <a:pt x="0" y="359"/>
                    <a:pt x="42" y="1134"/>
                    <a:pt x="253" y="1269"/>
                  </a:cubicBezTo>
                  <a:cubicBezTo>
                    <a:pt x="419" y="1390"/>
                    <a:pt x="520" y="1401"/>
                    <a:pt x="551" y="1401"/>
                  </a:cubicBezTo>
                  <a:cubicBezTo>
                    <a:pt x="558" y="1401"/>
                    <a:pt x="561" y="1400"/>
                    <a:pt x="561" y="1400"/>
                  </a:cubicBezTo>
                  <a:lnTo>
                    <a:pt x="667" y="1749"/>
                  </a:lnTo>
                  <a:cubicBezTo>
                    <a:pt x="788" y="1749"/>
                    <a:pt x="881" y="1737"/>
                    <a:pt x="881" y="1737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12"/>
            <p:cNvSpPr/>
            <p:nvPr/>
          </p:nvSpPr>
          <p:spPr>
            <a:xfrm>
              <a:off x="7201903" y="2468006"/>
              <a:ext cx="103490" cy="139132"/>
            </a:xfrm>
            <a:custGeom>
              <a:rect b="b" l="l" r="r" t="t"/>
              <a:pathLst>
                <a:path extrusionOk="0" h="1741" w="1295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66" y="1741"/>
                    <a:pt x="164" y="1741"/>
                  </a:cubicBezTo>
                  <a:cubicBezTo>
                    <a:pt x="407" y="1741"/>
                    <a:pt x="849" y="1715"/>
                    <a:pt x="1000" y="1535"/>
                  </a:cubicBezTo>
                  <a:cubicBezTo>
                    <a:pt x="1201" y="1282"/>
                    <a:pt x="1294" y="439"/>
                    <a:pt x="1201" y="295"/>
                  </a:cubicBezTo>
                  <a:cubicBezTo>
                    <a:pt x="1108" y="13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12"/>
            <p:cNvSpPr/>
            <p:nvPr/>
          </p:nvSpPr>
          <p:spPr>
            <a:xfrm>
              <a:off x="7265834" y="2480792"/>
              <a:ext cx="39558" cy="120672"/>
            </a:xfrm>
            <a:custGeom>
              <a:rect b="b" l="l" r="r" t="t"/>
              <a:pathLst>
                <a:path extrusionOk="0" h="1510" w="495">
                  <a:moveTo>
                    <a:pt x="200" y="0"/>
                  </a:moveTo>
                  <a:cubicBezTo>
                    <a:pt x="187" y="321"/>
                    <a:pt x="161" y="1000"/>
                    <a:pt x="1" y="1509"/>
                  </a:cubicBezTo>
                  <a:cubicBezTo>
                    <a:pt x="81" y="1468"/>
                    <a:pt x="148" y="1429"/>
                    <a:pt x="200" y="1375"/>
                  </a:cubicBezTo>
                  <a:cubicBezTo>
                    <a:pt x="401" y="1122"/>
                    <a:pt x="494" y="279"/>
                    <a:pt x="401" y="135"/>
                  </a:cubicBezTo>
                  <a:cubicBezTo>
                    <a:pt x="376" y="81"/>
                    <a:pt x="296" y="39"/>
                    <a:pt x="200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12"/>
            <p:cNvSpPr/>
            <p:nvPr/>
          </p:nvSpPr>
          <p:spPr>
            <a:xfrm>
              <a:off x="7201903" y="2468006"/>
              <a:ext cx="70485" cy="139851"/>
            </a:xfrm>
            <a:custGeom>
              <a:rect b="b" l="l" r="r" t="t"/>
              <a:pathLst>
                <a:path extrusionOk="0" h="1750" w="882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80" y="1749"/>
                    <a:pt x="215" y="1749"/>
                  </a:cubicBezTo>
                  <a:lnTo>
                    <a:pt x="320" y="1400"/>
                  </a:lnTo>
                  <a:cubicBezTo>
                    <a:pt x="320" y="1400"/>
                    <a:pt x="324" y="1401"/>
                    <a:pt x="330" y="1401"/>
                  </a:cubicBezTo>
                  <a:cubicBezTo>
                    <a:pt x="361" y="1401"/>
                    <a:pt x="462" y="1390"/>
                    <a:pt x="628" y="1269"/>
                  </a:cubicBezTo>
                  <a:cubicBezTo>
                    <a:pt x="839" y="1134"/>
                    <a:pt x="868" y="359"/>
                    <a:pt x="881" y="119"/>
                  </a:cubicBezTo>
                  <a:cubicBezTo>
                    <a:pt x="666" y="5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12"/>
            <p:cNvSpPr/>
            <p:nvPr/>
          </p:nvSpPr>
          <p:spPr>
            <a:xfrm>
              <a:off x="7064131" y="2665393"/>
              <a:ext cx="94060" cy="55621"/>
            </a:xfrm>
            <a:custGeom>
              <a:rect b="b" l="l" r="r" t="t"/>
              <a:pathLst>
                <a:path extrusionOk="0" h="696" w="1177">
                  <a:moveTo>
                    <a:pt x="17" y="0"/>
                  </a:moveTo>
                  <a:cubicBezTo>
                    <a:pt x="17" y="0"/>
                    <a:pt x="42" y="321"/>
                    <a:pt x="1" y="679"/>
                  </a:cubicBezTo>
                  <a:cubicBezTo>
                    <a:pt x="79" y="690"/>
                    <a:pt x="152" y="695"/>
                    <a:pt x="222" y="695"/>
                  </a:cubicBezTo>
                  <a:cubicBezTo>
                    <a:pt x="922" y="695"/>
                    <a:pt x="1176" y="186"/>
                    <a:pt x="1176" y="186"/>
                  </a:cubicBezTo>
                  <a:lnTo>
                    <a:pt x="750" y="67"/>
                  </a:lnTo>
                  <a:lnTo>
                    <a:pt x="603" y="8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7" name="Google Shape;1687;p12"/>
            <p:cNvSpPr/>
            <p:nvPr/>
          </p:nvSpPr>
          <p:spPr>
            <a:xfrm>
              <a:off x="7001399" y="2481831"/>
              <a:ext cx="222803" cy="212334"/>
            </a:xfrm>
            <a:custGeom>
              <a:rect b="b" l="l" r="r" t="t"/>
              <a:pathLst>
                <a:path extrusionOk="0" h="2657" w="2788">
                  <a:moveTo>
                    <a:pt x="1388" y="0"/>
                  </a:moveTo>
                  <a:lnTo>
                    <a:pt x="1" y="266"/>
                  </a:lnTo>
                  <a:cubicBezTo>
                    <a:pt x="1" y="266"/>
                    <a:pt x="65" y="2656"/>
                    <a:pt x="1388" y="2656"/>
                  </a:cubicBezTo>
                  <a:cubicBezTo>
                    <a:pt x="2708" y="2656"/>
                    <a:pt x="2788" y="266"/>
                    <a:pt x="2788" y="266"/>
                  </a:cubicBezTo>
                  <a:lnTo>
                    <a:pt x="1388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2"/>
            <p:cNvSpPr/>
            <p:nvPr/>
          </p:nvSpPr>
          <p:spPr>
            <a:xfrm>
              <a:off x="7002438" y="2522267"/>
              <a:ext cx="220725" cy="59217"/>
            </a:xfrm>
            <a:custGeom>
              <a:rect b="b" l="l" r="r" t="t"/>
              <a:pathLst>
                <a:path extrusionOk="0" h="741" w="2762">
                  <a:moveTo>
                    <a:pt x="2762" y="0"/>
                  </a:moveTo>
                  <a:lnTo>
                    <a:pt x="0" y="68"/>
                  </a:lnTo>
                  <a:cubicBezTo>
                    <a:pt x="26" y="241"/>
                    <a:pt x="68" y="481"/>
                    <a:pt x="119" y="737"/>
                  </a:cubicBezTo>
                  <a:cubicBezTo>
                    <a:pt x="168" y="739"/>
                    <a:pt x="215" y="740"/>
                    <a:pt x="260" y="740"/>
                  </a:cubicBezTo>
                  <a:cubicBezTo>
                    <a:pt x="791" y="740"/>
                    <a:pt x="981" y="604"/>
                    <a:pt x="1215" y="468"/>
                  </a:cubicBezTo>
                  <a:cubicBezTo>
                    <a:pt x="1285" y="426"/>
                    <a:pt x="1335" y="409"/>
                    <a:pt x="1377" y="409"/>
                  </a:cubicBezTo>
                  <a:cubicBezTo>
                    <a:pt x="1493" y="409"/>
                    <a:pt x="1547" y="538"/>
                    <a:pt x="1801" y="616"/>
                  </a:cubicBezTo>
                  <a:cubicBezTo>
                    <a:pt x="1929" y="639"/>
                    <a:pt x="2053" y="648"/>
                    <a:pt x="2168" y="648"/>
                  </a:cubicBezTo>
                  <a:cubicBezTo>
                    <a:pt x="2379" y="648"/>
                    <a:pt x="2557" y="619"/>
                    <a:pt x="2669" y="603"/>
                  </a:cubicBezTo>
                  <a:cubicBezTo>
                    <a:pt x="2724" y="362"/>
                    <a:pt x="2749" y="148"/>
                    <a:pt x="2762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2"/>
            <p:cNvSpPr/>
            <p:nvPr/>
          </p:nvSpPr>
          <p:spPr>
            <a:xfrm>
              <a:off x="7072842" y="2615047"/>
              <a:ext cx="79915" cy="17342"/>
            </a:xfrm>
            <a:custGeom>
              <a:rect b="b" l="l" r="r" t="t"/>
              <a:pathLst>
                <a:path extrusionOk="0" h="217" w="1000">
                  <a:moveTo>
                    <a:pt x="271" y="1"/>
                  </a:moveTo>
                  <a:cubicBezTo>
                    <a:pt x="264" y="1"/>
                    <a:pt x="258" y="1"/>
                    <a:pt x="254" y="2"/>
                  </a:cubicBezTo>
                  <a:cubicBezTo>
                    <a:pt x="199" y="15"/>
                    <a:pt x="0" y="188"/>
                    <a:pt x="0" y="188"/>
                  </a:cubicBezTo>
                  <a:lnTo>
                    <a:pt x="279" y="150"/>
                  </a:lnTo>
                  <a:cubicBezTo>
                    <a:pt x="279" y="150"/>
                    <a:pt x="401" y="217"/>
                    <a:pt x="494" y="217"/>
                  </a:cubicBezTo>
                  <a:cubicBezTo>
                    <a:pt x="600" y="217"/>
                    <a:pt x="708" y="150"/>
                    <a:pt x="708" y="150"/>
                  </a:cubicBezTo>
                  <a:lnTo>
                    <a:pt x="1000" y="188"/>
                  </a:lnTo>
                  <a:cubicBezTo>
                    <a:pt x="1000" y="188"/>
                    <a:pt x="801" y="15"/>
                    <a:pt x="747" y="2"/>
                  </a:cubicBezTo>
                  <a:cubicBezTo>
                    <a:pt x="741" y="1"/>
                    <a:pt x="734" y="1"/>
                    <a:pt x="727" y="1"/>
                  </a:cubicBezTo>
                  <a:cubicBezTo>
                    <a:pt x="649" y="1"/>
                    <a:pt x="494" y="57"/>
                    <a:pt x="494" y="57"/>
                  </a:cubicBezTo>
                  <a:cubicBezTo>
                    <a:pt x="494" y="57"/>
                    <a:pt x="339" y="1"/>
                    <a:pt x="271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2"/>
            <p:cNvSpPr/>
            <p:nvPr/>
          </p:nvSpPr>
          <p:spPr>
            <a:xfrm>
              <a:off x="7095138" y="2648212"/>
              <a:ext cx="34363" cy="6393"/>
            </a:xfrm>
            <a:custGeom>
              <a:rect b="b" l="l" r="r" t="t"/>
              <a:pathLst>
                <a:path extrusionOk="0" h="80" w="430">
                  <a:moveTo>
                    <a:pt x="0" y="1"/>
                  </a:moveTo>
                  <a:cubicBezTo>
                    <a:pt x="61" y="53"/>
                    <a:pt x="138" y="80"/>
                    <a:pt x="215" y="80"/>
                  </a:cubicBezTo>
                  <a:cubicBezTo>
                    <a:pt x="292" y="80"/>
                    <a:pt x="369" y="53"/>
                    <a:pt x="429" y="1"/>
                  </a:cubicBezTo>
                  <a:lnTo>
                    <a:pt x="429" y="1"/>
                  </a:lnTo>
                  <a:cubicBezTo>
                    <a:pt x="358" y="19"/>
                    <a:pt x="286" y="25"/>
                    <a:pt x="223" y="25"/>
                  </a:cubicBezTo>
                  <a:cubicBezTo>
                    <a:pt x="96" y="2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2"/>
            <p:cNvSpPr/>
            <p:nvPr/>
          </p:nvSpPr>
          <p:spPr>
            <a:xfrm>
              <a:off x="6958645" y="2422136"/>
              <a:ext cx="307273" cy="137773"/>
            </a:xfrm>
            <a:custGeom>
              <a:rect b="b" l="l" r="r" t="t"/>
              <a:pathLst>
                <a:path extrusionOk="0" h="1724" w="3845">
                  <a:moveTo>
                    <a:pt x="1923" y="1"/>
                  </a:moveTo>
                  <a:cubicBezTo>
                    <a:pt x="1923" y="1"/>
                    <a:pt x="894" y="26"/>
                    <a:pt x="215" y="212"/>
                  </a:cubicBezTo>
                  <a:cubicBezTo>
                    <a:pt x="135" y="228"/>
                    <a:pt x="81" y="292"/>
                    <a:pt x="68" y="360"/>
                  </a:cubicBezTo>
                  <a:cubicBezTo>
                    <a:pt x="1" y="920"/>
                    <a:pt x="106" y="1375"/>
                    <a:pt x="174" y="1590"/>
                  </a:cubicBezTo>
                  <a:cubicBezTo>
                    <a:pt x="199" y="1654"/>
                    <a:pt x="267" y="1708"/>
                    <a:pt x="334" y="1708"/>
                  </a:cubicBezTo>
                  <a:cubicBezTo>
                    <a:pt x="458" y="1716"/>
                    <a:pt x="661" y="1723"/>
                    <a:pt x="882" y="1723"/>
                  </a:cubicBezTo>
                  <a:cubicBezTo>
                    <a:pt x="1044" y="1723"/>
                    <a:pt x="1217" y="1719"/>
                    <a:pt x="1375" y="1708"/>
                  </a:cubicBezTo>
                  <a:cubicBezTo>
                    <a:pt x="1455" y="1696"/>
                    <a:pt x="1522" y="1670"/>
                    <a:pt x="1602" y="1628"/>
                  </a:cubicBezTo>
                  <a:cubicBezTo>
                    <a:pt x="1695" y="1574"/>
                    <a:pt x="1788" y="1535"/>
                    <a:pt x="1923" y="1523"/>
                  </a:cubicBezTo>
                  <a:cubicBezTo>
                    <a:pt x="2057" y="1535"/>
                    <a:pt x="2163" y="1574"/>
                    <a:pt x="2256" y="1628"/>
                  </a:cubicBezTo>
                  <a:cubicBezTo>
                    <a:pt x="2323" y="1670"/>
                    <a:pt x="2403" y="1696"/>
                    <a:pt x="2483" y="1708"/>
                  </a:cubicBezTo>
                  <a:cubicBezTo>
                    <a:pt x="2642" y="1719"/>
                    <a:pt x="2812" y="1723"/>
                    <a:pt x="2972" y="1723"/>
                  </a:cubicBezTo>
                  <a:cubicBezTo>
                    <a:pt x="3191" y="1723"/>
                    <a:pt x="3393" y="1716"/>
                    <a:pt x="3525" y="1708"/>
                  </a:cubicBezTo>
                  <a:cubicBezTo>
                    <a:pt x="3592" y="1708"/>
                    <a:pt x="3659" y="1654"/>
                    <a:pt x="3685" y="1590"/>
                  </a:cubicBezTo>
                  <a:cubicBezTo>
                    <a:pt x="3752" y="1375"/>
                    <a:pt x="3845" y="920"/>
                    <a:pt x="3778" y="360"/>
                  </a:cubicBezTo>
                  <a:cubicBezTo>
                    <a:pt x="3778" y="292"/>
                    <a:pt x="3723" y="228"/>
                    <a:pt x="3643" y="212"/>
                  </a:cubicBezTo>
                  <a:cubicBezTo>
                    <a:pt x="2964" y="26"/>
                    <a:pt x="1923" y="1"/>
                    <a:pt x="1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2"/>
            <p:cNvSpPr/>
            <p:nvPr/>
          </p:nvSpPr>
          <p:spPr>
            <a:xfrm>
              <a:off x="6982219" y="2468246"/>
              <a:ext cx="262521" cy="23415"/>
            </a:xfrm>
            <a:custGeom>
              <a:rect b="b" l="l" r="r" t="t"/>
              <a:pathLst>
                <a:path extrusionOk="0" h="293" w="3285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2"/>
            <p:cNvSpPr/>
            <p:nvPr/>
          </p:nvSpPr>
          <p:spPr>
            <a:xfrm>
              <a:off x="6976865" y="2447788"/>
              <a:ext cx="11827" cy="11827"/>
            </a:xfrm>
            <a:custGeom>
              <a:rect b="b" l="l" r="r" t="t"/>
              <a:pathLst>
                <a:path extrusionOk="0" h="148" w="148">
                  <a:moveTo>
                    <a:pt x="67" y="0"/>
                  </a:moveTo>
                  <a:cubicBezTo>
                    <a:pt x="26" y="0"/>
                    <a:pt x="0" y="39"/>
                    <a:pt x="0" y="80"/>
                  </a:cubicBezTo>
                  <a:cubicBezTo>
                    <a:pt x="0" y="119"/>
                    <a:pt x="26" y="148"/>
                    <a:pt x="67" y="148"/>
                  </a:cubicBezTo>
                  <a:cubicBezTo>
                    <a:pt x="106" y="148"/>
                    <a:pt x="148" y="119"/>
                    <a:pt x="148" y="80"/>
                  </a:cubicBezTo>
                  <a:cubicBezTo>
                    <a:pt x="148" y="39"/>
                    <a:pt x="106" y="0"/>
                    <a:pt x="6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2"/>
            <p:cNvSpPr/>
            <p:nvPr/>
          </p:nvSpPr>
          <p:spPr>
            <a:xfrm>
              <a:off x="7236905" y="2447788"/>
              <a:ext cx="11907" cy="11827"/>
            </a:xfrm>
            <a:custGeom>
              <a:rect b="b" l="l" r="r" t="t"/>
              <a:pathLst>
                <a:path extrusionOk="0" h="148" w="149">
                  <a:moveTo>
                    <a:pt x="81" y="0"/>
                  </a:moveTo>
                  <a:cubicBezTo>
                    <a:pt x="30" y="0"/>
                    <a:pt x="1" y="39"/>
                    <a:pt x="1" y="80"/>
                  </a:cubicBezTo>
                  <a:cubicBezTo>
                    <a:pt x="1" y="119"/>
                    <a:pt x="30" y="148"/>
                    <a:pt x="81" y="148"/>
                  </a:cubicBezTo>
                  <a:cubicBezTo>
                    <a:pt x="123" y="148"/>
                    <a:pt x="148" y="119"/>
                    <a:pt x="148" y="80"/>
                  </a:cubicBezTo>
                  <a:cubicBezTo>
                    <a:pt x="148" y="39"/>
                    <a:pt x="123" y="0"/>
                    <a:pt x="8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2"/>
            <p:cNvSpPr/>
            <p:nvPr/>
          </p:nvSpPr>
          <p:spPr>
            <a:xfrm>
              <a:off x="7006513" y="2723011"/>
              <a:ext cx="83271" cy="110922"/>
            </a:xfrm>
            <a:custGeom>
              <a:rect b="b" l="l" r="r" t="t"/>
              <a:pathLst>
                <a:path extrusionOk="0" h="1388" w="1042">
                  <a:moveTo>
                    <a:pt x="215" y="0"/>
                  </a:moveTo>
                  <a:cubicBezTo>
                    <a:pt x="215" y="0"/>
                    <a:pt x="1" y="320"/>
                    <a:pt x="55" y="692"/>
                  </a:cubicBezTo>
                  <a:cubicBezTo>
                    <a:pt x="376" y="1240"/>
                    <a:pt x="1042" y="1387"/>
                    <a:pt x="1042" y="1387"/>
                  </a:cubicBezTo>
                  <a:lnTo>
                    <a:pt x="1042" y="292"/>
                  </a:lnTo>
                  <a:cubicBezTo>
                    <a:pt x="388" y="173"/>
                    <a:pt x="215" y="0"/>
                    <a:pt x="21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2"/>
            <p:cNvSpPr/>
            <p:nvPr/>
          </p:nvSpPr>
          <p:spPr>
            <a:xfrm>
              <a:off x="6972470" y="2534015"/>
              <a:ext cx="280661" cy="25892"/>
            </a:xfrm>
            <a:custGeom>
              <a:rect b="b" l="l" r="r" t="t"/>
              <a:pathLst>
                <a:path extrusionOk="0" h="324" w="3512">
                  <a:moveTo>
                    <a:pt x="1750" y="1"/>
                  </a:moveTo>
                  <a:cubicBezTo>
                    <a:pt x="1615" y="1"/>
                    <a:pt x="1510" y="42"/>
                    <a:pt x="1404" y="110"/>
                  </a:cubicBezTo>
                  <a:cubicBezTo>
                    <a:pt x="1337" y="148"/>
                    <a:pt x="1256" y="174"/>
                    <a:pt x="1164" y="190"/>
                  </a:cubicBezTo>
                  <a:cubicBezTo>
                    <a:pt x="1000" y="201"/>
                    <a:pt x="822" y="205"/>
                    <a:pt x="653" y="205"/>
                  </a:cubicBezTo>
                  <a:cubicBezTo>
                    <a:pt x="423" y="205"/>
                    <a:pt x="212" y="197"/>
                    <a:pt x="81" y="190"/>
                  </a:cubicBezTo>
                  <a:cubicBezTo>
                    <a:pt x="42" y="190"/>
                    <a:pt x="13" y="190"/>
                    <a:pt x="1" y="174"/>
                  </a:cubicBezTo>
                  <a:lnTo>
                    <a:pt x="1" y="190"/>
                  </a:lnTo>
                  <a:cubicBezTo>
                    <a:pt x="26" y="254"/>
                    <a:pt x="94" y="308"/>
                    <a:pt x="161" y="308"/>
                  </a:cubicBezTo>
                  <a:cubicBezTo>
                    <a:pt x="285" y="316"/>
                    <a:pt x="488" y="323"/>
                    <a:pt x="709" y="323"/>
                  </a:cubicBezTo>
                  <a:cubicBezTo>
                    <a:pt x="871" y="323"/>
                    <a:pt x="1044" y="319"/>
                    <a:pt x="1202" y="308"/>
                  </a:cubicBezTo>
                  <a:cubicBezTo>
                    <a:pt x="1282" y="296"/>
                    <a:pt x="1349" y="270"/>
                    <a:pt x="1429" y="228"/>
                  </a:cubicBezTo>
                  <a:cubicBezTo>
                    <a:pt x="1522" y="174"/>
                    <a:pt x="1615" y="135"/>
                    <a:pt x="1750" y="123"/>
                  </a:cubicBezTo>
                  <a:cubicBezTo>
                    <a:pt x="1884" y="135"/>
                    <a:pt x="1990" y="174"/>
                    <a:pt x="2083" y="228"/>
                  </a:cubicBezTo>
                  <a:cubicBezTo>
                    <a:pt x="2150" y="270"/>
                    <a:pt x="2230" y="296"/>
                    <a:pt x="2310" y="308"/>
                  </a:cubicBezTo>
                  <a:cubicBezTo>
                    <a:pt x="2469" y="319"/>
                    <a:pt x="2639" y="323"/>
                    <a:pt x="2799" y="323"/>
                  </a:cubicBezTo>
                  <a:cubicBezTo>
                    <a:pt x="3018" y="323"/>
                    <a:pt x="3220" y="316"/>
                    <a:pt x="3352" y="308"/>
                  </a:cubicBezTo>
                  <a:cubicBezTo>
                    <a:pt x="3419" y="308"/>
                    <a:pt x="3486" y="254"/>
                    <a:pt x="3512" y="190"/>
                  </a:cubicBezTo>
                  <a:lnTo>
                    <a:pt x="3512" y="174"/>
                  </a:lnTo>
                  <a:cubicBezTo>
                    <a:pt x="3486" y="190"/>
                    <a:pt x="3457" y="190"/>
                    <a:pt x="3432" y="190"/>
                  </a:cubicBezTo>
                  <a:cubicBezTo>
                    <a:pt x="3300" y="197"/>
                    <a:pt x="3085" y="205"/>
                    <a:pt x="2854" y="205"/>
                  </a:cubicBezTo>
                  <a:cubicBezTo>
                    <a:pt x="2685" y="205"/>
                    <a:pt x="2507" y="201"/>
                    <a:pt x="2349" y="190"/>
                  </a:cubicBezTo>
                  <a:cubicBezTo>
                    <a:pt x="2256" y="174"/>
                    <a:pt x="2176" y="148"/>
                    <a:pt x="2109" y="110"/>
                  </a:cubicBezTo>
                  <a:cubicBezTo>
                    <a:pt x="2003" y="42"/>
                    <a:pt x="1897" y="1"/>
                    <a:pt x="1750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2"/>
            <p:cNvSpPr/>
            <p:nvPr/>
          </p:nvSpPr>
          <p:spPr>
            <a:xfrm>
              <a:off x="6982219" y="2468246"/>
              <a:ext cx="262521" cy="23415"/>
            </a:xfrm>
            <a:custGeom>
              <a:rect b="b" l="l" r="r" t="t"/>
              <a:pathLst>
                <a:path extrusionOk="0" h="293" w="3285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2"/>
            <p:cNvSpPr/>
            <p:nvPr/>
          </p:nvSpPr>
          <p:spPr>
            <a:xfrm>
              <a:off x="7166501" y="3133608"/>
              <a:ext cx="127065" cy="42834"/>
            </a:xfrm>
            <a:custGeom>
              <a:rect b="b" l="l" r="r" t="t"/>
              <a:pathLst>
                <a:path extrusionOk="0" h="536" w="1590">
                  <a:moveTo>
                    <a:pt x="1523" y="0"/>
                  </a:moveTo>
                  <a:cubicBezTo>
                    <a:pt x="1523" y="0"/>
                    <a:pt x="751" y="106"/>
                    <a:pt x="337" y="106"/>
                  </a:cubicBezTo>
                  <a:cubicBezTo>
                    <a:pt x="1" y="106"/>
                    <a:pt x="763" y="414"/>
                    <a:pt x="1590" y="535"/>
                  </a:cubicBezTo>
                  <a:cubicBezTo>
                    <a:pt x="1564" y="359"/>
                    <a:pt x="1551" y="186"/>
                    <a:pt x="1523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2"/>
            <p:cNvSpPr/>
            <p:nvPr/>
          </p:nvSpPr>
          <p:spPr>
            <a:xfrm>
              <a:off x="7196469" y="3270020"/>
              <a:ext cx="118674" cy="70485"/>
            </a:xfrm>
            <a:custGeom>
              <a:rect b="b" l="l" r="r" t="t"/>
              <a:pathLst>
                <a:path extrusionOk="0" h="882" w="1485">
                  <a:moveTo>
                    <a:pt x="241" y="1"/>
                  </a:moveTo>
                  <a:lnTo>
                    <a:pt x="1" y="510"/>
                  </a:lnTo>
                  <a:cubicBezTo>
                    <a:pt x="1" y="510"/>
                    <a:pt x="722" y="844"/>
                    <a:pt x="1484" y="882"/>
                  </a:cubicBezTo>
                  <a:cubicBezTo>
                    <a:pt x="1455" y="722"/>
                    <a:pt x="1430" y="549"/>
                    <a:pt x="1404" y="350"/>
                  </a:cubicBezTo>
                  <a:cubicBezTo>
                    <a:pt x="1122" y="321"/>
                    <a:pt x="629" y="241"/>
                    <a:pt x="241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2"/>
            <p:cNvSpPr/>
            <p:nvPr/>
          </p:nvSpPr>
          <p:spPr>
            <a:xfrm>
              <a:off x="7135814" y="3397003"/>
              <a:ext cx="190837" cy="62094"/>
            </a:xfrm>
            <a:custGeom>
              <a:rect b="b" l="l" r="r" t="t"/>
              <a:pathLst>
                <a:path extrusionOk="0" h="777" w="2388">
                  <a:moveTo>
                    <a:pt x="2323" y="1"/>
                  </a:moveTo>
                  <a:cubicBezTo>
                    <a:pt x="1486" y="302"/>
                    <a:pt x="725" y="353"/>
                    <a:pt x="273" y="353"/>
                  </a:cubicBezTo>
                  <a:cubicBezTo>
                    <a:pt x="163" y="353"/>
                    <a:pt x="71" y="350"/>
                    <a:pt x="1" y="347"/>
                  </a:cubicBezTo>
                  <a:lnTo>
                    <a:pt x="1" y="776"/>
                  </a:lnTo>
                  <a:cubicBezTo>
                    <a:pt x="1974" y="776"/>
                    <a:pt x="2387" y="469"/>
                    <a:pt x="2387" y="469"/>
                  </a:cubicBezTo>
                  <a:lnTo>
                    <a:pt x="232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2"/>
            <p:cNvSpPr/>
            <p:nvPr/>
          </p:nvSpPr>
          <p:spPr>
            <a:xfrm>
              <a:off x="7135814" y="2723011"/>
              <a:ext cx="83271" cy="110922"/>
            </a:xfrm>
            <a:custGeom>
              <a:rect b="b" l="l" r="r" t="t"/>
              <a:pathLst>
                <a:path extrusionOk="0" h="1388" w="1042">
                  <a:moveTo>
                    <a:pt x="827" y="0"/>
                  </a:moveTo>
                  <a:cubicBezTo>
                    <a:pt x="827" y="0"/>
                    <a:pt x="641" y="173"/>
                    <a:pt x="1" y="292"/>
                  </a:cubicBezTo>
                  <a:lnTo>
                    <a:pt x="1" y="1387"/>
                  </a:lnTo>
                  <a:cubicBezTo>
                    <a:pt x="1" y="1387"/>
                    <a:pt x="654" y="1240"/>
                    <a:pt x="987" y="692"/>
                  </a:cubicBezTo>
                  <a:cubicBezTo>
                    <a:pt x="1042" y="320"/>
                    <a:pt x="827" y="0"/>
                    <a:pt x="82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2"/>
            <p:cNvSpPr/>
            <p:nvPr/>
          </p:nvSpPr>
          <p:spPr>
            <a:xfrm>
              <a:off x="7527232" y="2906253"/>
              <a:ext cx="40517" cy="47230"/>
            </a:xfrm>
            <a:custGeom>
              <a:rect b="b" l="l" r="r" t="t"/>
              <a:pathLst>
                <a:path extrusionOk="0" h="591" w="507">
                  <a:moveTo>
                    <a:pt x="1" y="1"/>
                  </a:moveTo>
                  <a:cubicBezTo>
                    <a:pt x="1" y="1"/>
                    <a:pt x="67" y="590"/>
                    <a:pt x="273" y="590"/>
                  </a:cubicBezTo>
                  <a:cubicBezTo>
                    <a:pt x="275" y="590"/>
                    <a:pt x="277" y="590"/>
                    <a:pt x="279" y="590"/>
                  </a:cubicBezTo>
                  <a:cubicBezTo>
                    <a:pt x="507" y="590"/>
                    <a:pt x="388" y="55"/>
                    <a:pt x="388" y="5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2"/>
            <p:cNvSpPr/>
            <p:nvPr/>
          </p:nvSpPr>
          <p:spPr>
            <a:xfrm>
              <a:off x="7392817" y="2698397"/>
              <a:ext cx="227198" cy="50267"/>
            </a:xfrm>
            <a:custGeom>
              <a:rect b="b" l="l" r="r" t="t"/>
              <a:pathLst>
                <a:path extrusionOk="0" h="629" w="2843">
                  <a:moveTo>
                    <a:pt x="2269" y="55"/>
                  </a:moveTo>
                  <a:cubicBezTo>
                    <a:pt x="2429" y="55"/>
                    <a:pt x="2564" y="68"/>
                    <a:pt x="2657" y="81"/>
                  </a:cubicBezTo>
                  <a:cubicBezTo>
                    <a:pt x="2695" y="93"/>
                    <a:pt x="2737" y="93"/>
                    <a:pt x="2762" y="106"/>
                  </a:cubicBezTo>
                  <a:cubicBezTo>
                    <a:pt x="2762" y="119"/>
                    <a:pt x="2775" y="119"/>
                    <a:pt x="2775" y="119"/>
                  </a:cubicBezTo>
                  <a:lnTo>
                    <a:pt x="2791" y="135"/>
                  </a:lnTo>
                  <a:cubicBezTo>
                    <a:pt x="2791" y="148"/>
                    <a:pt x="2791" y="148"/>
                    <a:pt x="2762" y="161"/>
                  </a:cubicBezTo>
                  <a:cubicBezTo>
                    <a:pt x="2737" y="186"/>
                    <a:pt x="2682" y="228"/>
                    <a:pt x="2602" y="254"/>
                  </a:cubicBezTo>
                  <a:cubicBezTo>
                    <a:pt x="2375" y="346"/>
                    <a:pt x="1936" y="439"/>
                    <a:pt x="1443" y="507"/>
                  </a:cubicBezTo>
                  <a:cubicBezTo>
                    <a:pt x="1109" y="561"/>
                    <a:pt x="815" y="574"/>
                    <a:pt x="562" y="574"/>
                  </a:cubicBezTo>
                  <a:cubicBezTo>
                    <a:pt x="401" y="574"/>
                    <a:pt x="280" y="561"/>
                    <a:pt x="187" y="548"/>
                  </a:cubicBezTo>
                  <a:cubicBezTo>
                    <a:pt x="132" y="535"/>
                    <a:pt x="107" y="535"/>
                    <a:pt x="81" y="519"/>
                  </a:cubicBezTo>
                  <a:cubicBezTo>
                    <a:pt x="68" y="507"/>
                    <a:pt x="68" y="507"/>
                    <a:pt x="52" y="507"/>
                  </a:cubicBezTo>
                  <a:lnTo>
                    <a:pt x="52" y="494"/>
                  </a:lnTo>
                  <a:cubicBezTo>
                    <a:pt x="52" y="481"/>
                    <a:pt x="52" y="481"/>
                    <a:pt x="68" y="468"/>
                  </a:cubicBezTo>
                  <a:cubicBezTo>
                    <a:pt x="94" y="439"/>
                    <a:pt x="148" y="401"/>
                    <a:pt x="228" y="375"/>
                  </a:cubicBezTo>
                  <a:cubicBezTo>
                    <a:pt x="469" y="279"/>
                    <a:pt x="895" y="186"/>
                    <a:pt x="1388" y="119"/>
                  </a:cubicBezTo>
                  <a:cubicBezTo>
                    <a:pt x="1721" y="68"/>
                    <a:pt x="2029" y="55"/>
                    <a:pt x="2269" y="55"/>
                  </a:cubicBezTo>
                  <a:close/>
                  <a:moveTo>
                    <a:pt x="2269" y="0"/>
                  </a:moveTo>
                  <a:cubicBezTo>
                    <a:pt x="2029" y="0"/>
                    <a:pt x="1721" y="13"/>
                    <a:pt x="1388" y="68"/>
                  </a:cubicBezTo>
                  <a:cubicBezTo>
                    <a:pt x="1000" y="106"/>
                    <a:pt x="667" y="186"/>
                    <a:pt x="414" y="254"/>
                  </a:cubicBezTo>
                  <a:cubicBezTo>
                    <a:pt x="292" y="295"/>
                    <a:pt x="187" y="334"/>
                    <a:pt x="119" y="359"/>
                  </a:cubicBezTo>
                  <a:cubicBezTo>
                    <a:pt x="81" y="388"/>
                    <a:pt x="52" y="401"/>
                    <a:pt x="39" y="427"/>
                  </a:cubicBezTo>
                  <a:cubicBezTo>
                    <a:pt x="14" y="439"/>
                    <a:pt x="1" y="468"/>
                    <a:pt x="1" y="494"/>
                  </a:cubicBezTo>
                  <a:cubicBezTo>
                    <a:pt x="1" y="507"/>
                    <a:pt x="14" y="519"/>
                    <a:pt x="14" y="535"/>
                  </a:cubicBezTo>
                  <a:cubicBezTo>
                    <a:pt x="39" y="561"/>
                    <a:pt x="68" y="574"/>
                    <a:pt x="94" y="574"/>
                  </a:cubicBezTo>
                  <a:cubicBezTo>
                    <a:pt x="187" y="616"/>
                    <a:pt x="347" y="628"/>
                    <a:pt x="562" y="628"/>
                  </a:cubicBezTo>
                  <a:cubicBezTo>
                    <a:pt x="815" y="628"/>
                    <a:pt x="1122" y="600"/>
                    <a:pt x="1455" y="561"/>
                  </a:cubicBezTo>
                  <a:cubicBezTo>
                    <a:pt x="1830" y="519"/>
                    <a:pt x="2176" y="439"/>
                    <a:pt x="2429" y="375"/>
                  </a:cubicBezTo>
                  <a:cubicBezTo>
                    <a:pt x="2551" y="334"/>
                    <a:pt x="2644" y="295"/>
                    <a:pt x="2724" y="266"/>
                  </a:cubicBezTo>
                  <a:cubicBezTo>
                    <a:pt x="2750" y="241"/>
                    <a:pt x="2791" y="228"/>
                    <a:pt x="2804" y="199"/>
                  </a:cubicBezTo>
                  <a:cubicBezTo>
                    <a:pt x="2830" y="186"/>
                    <a:pt x="2842" y="161"/>
                    <a:pt x="2842" y="135"/>
                  </a:cubicBezTo>
                  <a:cubicBezTo>
                    <a:pt x="2842" y="119"/>
                    <a:pt x="2830" y="106"/>
                    <a:pt x="2817" y="93"/>
                  </a:cubicBezTo>
                  <a:cubicBezTo>
                    <a:pt x="2804" y="68"/>
                    <a:pt x="2775" y="55"/>
                    <a:pt x="2750" y="55"/>
                  </a:cubicBezTo>
                  <a:cubicBezTo>
                    <a:pt x="2644" y="13"/>
                    <a:pt x="2484" y="0"/>
                    <a:pt x="2269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2"/>
            <p:cNvSpPr/>
            <p:nvPr/>
          </p:nvSpPr>
          <p:spPr>
            <a:xfrm>
              <a:off x="6600231" y="2698397"/>
              <a:ext cx="227198" cy="50267"/>
            </a:xfrm>
            <a:custGeom>
              <a:rect b="b" l="l" r="r" t="t"/>
              <a:pathLst>
                <a:path extrusionOk="0" h="629" w="2843">
                  <a:moveTo>
                    <a:pt x="561" y="55"/>
                  </a:moveTo>
                  <a:cubicBezTo>
                    <a:pt x="802" y="55"/>
                    <a:pt x="1109" y="68"/>
                    <a:pt x="1442" y="119"/>
                  </a:cubicBezTo>
                  <a:cubicBezTo>
                    <a:pt x="1830" y="161"/>
                    <a:pt x="2163" y="241"/>
                    <a:pt x="2403" y="308"/>
                  </a:cubicBezTo>
                  <a:cubicBezTo>
                    <a:pt x="2538" y="346"/>
                    <a:pt x="2631" y="375"/>
                    <a:pt x="2698" y="414"/>
                  </a:cubicBezTo>
                  <a:cubicBezTo>
                    <a:pt x="2724" y="427"/>
                    <a:pt x="2749" y="439"/>
                    <a:pt x="2762" y="468"/>
                  </a:cubicBezTo>
                  <a:cubicBezTo>
                    <a:pt x="2778" y="481"/>
                    <a:pt x="2791" y="481"/>
                    <a:pt x="2791" y="494"/>
                  </a:cubicBezTo>
                  <a:lnTo>
                    <a:pt x="2778" y="507"/>
                  </a:lnTo>
                  <a:cubicBezTo>
                    <a:pt x="2778" y="507"/>
                    <a:pt x="2749" y="519"/>
                    <a:pt x="2724" y="535"/>
                  </a:cubicBezTo>
                  <a:cubicBezTo>
                    <a:pt x="2644" y="561"/>
                    <a:pt x="2483" y="574"/>
                    <a:pt x="2269" y="574"/>
                  </a:cubicBezTo>
                  <a:cubicBezTo>
                    <a:pt x="2029" y="574"/>
                    <a:pt x="1721" y="561"/>
                    <a:pt x="1388" y="507"/>
                  </a:cubicBezTo>
                  <a:cubicBezTo>
                    <a:pt x="1016" y="468"/>
                    <a:pt x="667" y="388"/>
                    <a:pt x="427" y="321"/>
                  </a:cubicBezTo>
                  <a:cubicBezTo>
                    <a:pt x="308" y="279"/>
                    <a:pt x="215" y="254"/>
                    <a:pt x="148" y="215"/>
                  </a:cubicBezTo>
                  <a:cubicBezTo>
                    <a:pt x="106" y="199"/>
                    <a:pt x="81" y="186"/>
                    <a:pt x="68" y="161"/>
                  </a:cubicBezTo>
                  <a:cubicBezTo>
                    <a:pt x="55" y="148"/>
                    <a:pt x="55" y="148"/>
                    <a:pt x="55" y="135"/>
                  </a:cubicBezTo>
                  <a:lnTo>
                    <a:pt x="55" y="119"/>
                  </a:lnTo>
                  <a:cubicBezTo>
                    <a:pt x="68" y="119"/>
                    <a:pt x="81" y="106"/>
                    <a:pt x="106" y="93"/>
                  </a:cubicBezTo>
                  <a:cubicBezTo>
                    <a:pt x="199" y="68"/>
                    <a:pt x="360" y="55"/>
                    <a:pt x="561" y="55"/>
                  </a:cubicBezTo>
                  <a:close/>
                  <a:moveTo>
                    <a:pt x="561" y="0"/>
                  </a:moveTo>
                  <a:cubicBezTo>
                    <a:pt x="401" y="0"/>
                    <a:pt x="267" y="13"/>
                    <a:pt x="174" y="26"/>
                  </a:cubicBezTo>
                  <a:cubicBezTo>
                    <a:pt x="119" y="39"/>
                    <a:pt x="81" y="55"/>
                    <a:pt x="55" y="68"/>
                  </a:cubicBezTo>
                  <a:cubicBezTo>
                    <a:pt x="39" y="68"/>
                    <a:pt x="26" y="81"/>
                    <a:pt x="14" y="93"/>
                  </a:cubicBezTo>
                  <a:cubicBezTo>
                    <a:pt x="14" y="106"/>
                    <a:pt x="1" y="119"/>
                    <a:pt x="1" y="135"/>
                  </a:cubicBezTo>
                  <a:cubicBezTo>
                    <a:pt x="1" y="161"/>
                    <a:pt x="14" y="186"/>
                    <a:pt x="26" y="199"/>
                  </a:cubicBezTo>
                  <a:cubicBezTo>
                    <a:pt x="68" y="241"/>
                    <a:pt x="135" y="266"/>
                    <a:pt x="215" y="308"/>
                  </a:cubicBezTo>
                  <a:cubicBezTo>
                    <a:pt x="456" y="401"/>
                    <a:pt x="882" y="494"/>
                    <a:pt x="1388" y="561"/>
                  </a:cubicBezTo>
                  <a:cubicBezTo>
                    <a:pt x="1721" y="600"/>
                    <a:pt x="2029" y="628"/>
                    <a:pt x="2269" y="628"/>
                  </a:cubicBezTo>
                  <a:cubicBezTo>
                    <a:pt x="2429" y="628"/>
                    <a:pt x="2564" y="616"/>
                    <a:pt x="2669" y="600"/>
                  </a:cubicBezTo>
                  <a:cubicBezTo>
                    <a:pt x="2711" y="587"/>
                    <a:pt x="2749" y="574"/>
                    <a:pt x="2778" y="561"/>
                  </a:cubicBezTo>
                  <a:cubicBezTo>
                    <a:pt x="2804" y="561"/>
                    <a:pt x="2804" y="548"/>
                    <a:pt x="2817" y="535"/>
                  </a:cubicBezTo>
                  <a:cubicBezTo>
                    <a:pt x="2829" y="519"/>
                    <a:pt x="2842" y="507"/>
                    <a:pt x="2842" y="494"/>
                  </a:cubicBezTo>
                  <a:cubicBezTo>
                    <a:pt x="2842" y="468"/>
                    <a:pt x="2829" y="439"/>
                    <a:pt x="2804" y="427"/>
                  </a:cubicBezTo>
                  <a:cubicBezTo>
                    <a:pt x="2762" y="388"/>
                    <a:pt x="2711" y="359"/>
                    <a:pt x="2631" y="321"/>
                  </a:cubicBezTo>
                  <a:cubicBezTo>
                    <a:pt x="2391" y="228"/>
                    <a:pt x="1948" y="135"/>
                    <a:pt x="1455" y="68"/>
                  </a:cubicBezTo>
                  <a:cubicBezTo>
                    <a:pt x="1122" y="13"/>
                    <a:pt x="814" y="0"/>
                    <a:pt x="561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5" name="Google Shape;1705;p12"/>
          <p:cNvGrpSpPr/>
          <p:nvPr/>
        </p:nvGrpSpPr>
        <p:grpSpPr>
          <a:xfrm>
            <a:off x="1335679" y="539504"/>
            <a:ext cx="1129918" cy="278457"/>
            <a:chOff x="713231" y="815211"/>
            <a:chExt cx="894914" cy="220542"/>
          </a:xfrm>
        </p:grpSpPr>
        <p:sp>
          <p:nvSpPr>
            <p:cNvPr id="1706" name="Google Shape;1706;p12"/>
            <p:cNvSpPr/>
            <p:nvPr/>
          </p:nvSpPr>
          <p:spPr>
            <a:xfrm>
              <a:off x="1387603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2"/>
            <p:cNvSpPr/>
            <p:nvPr/>
          </p:nvSpPr>
          <p:spPr>
            <a:xfrm>
              <a:off x="713231" y="815211"/>
              <a:ext cx="222044" cy="220542"/>
            </a:xfrm>
            <a:custGeom>
              <a:rect b="b" l="l" r="r" t="t"/>
              <a:pathLst>
                <a:path extrusionOk="0" h="1763" w="1775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2"/>
            <p:cNvSpPr/>
            <p:nvPr/>
          </p:nvSpPr>
          <p:spPr>
            <a:xfrm>
              <a:off x="1050229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0" name="Google Shape;1710;p13"/>
          <p:cNvGrpSpPr/>
          <p:nvPr/>
        </p:nvGrpSpPr>
        <p:grpSpPr>
          <a:xfrm>
            <a:off x="116653" y="185058"/>
            <a:ext cx="8910952" cy="4773370"/>
            <a:chOff x="238425" y="1163850"/>
            <a:chExt cx="2110050" cy="1130300"/>
          </a:xfrm>
        </p:grpSpPr>
        <p:sp>
          <p:nvSpPr>
            <p:cNvPr id="1711" name="Google Shape;1711;p13"/>
            <p:cNvSpPr/>
            <p:nvPr/>
          </p:nvSpPr>
          <p:spPr>
            <a:xfrm>
              <a:off x="238425" y="1163850"/>
              <a:ext cx="2110050" cy="1130300"/>
            </a:xfrm>
            <a:custGeom>
              <a:rect b="b" l="l" r="r" t="t"/>
              <a:pathLst>
                <a:path extrusionOk="0" h="45212" w="84402">
                  <a:moveTo>
                    <a:pt x="84174" y="228"/>
                  </a:moveTo>
                  <a:lnTo>
                    <a:pt x="84174" y="39820"/>
                  </a:lnTo>
                  <a:cubicBezTo>
                    <a:pt x="82159" y="41835"/>
                    <a:pt x="81025" y="42969"/>
                    <a:pt x="79010" y="44984"/>
                  </a:cubicBezTo>
                  <a:lnTo>
                    <a:pt x="228" y="44984"/>
                  </a:lnTo>
                  <a:lnTo>
                    <a:pt x="228" y="5408"/>
                  </a:lnTo>
                  <a:cubicBezTo>
                    <a:pt x="2256" y="3380"/>
                    <a:pt x="3393" y="2259"/>
                    <a:pt x="5408" y="228"/>
                  </a:cubicBezTo>
                  <a:close/>
                  <a:moveTo>
                    <a:pt x="5315" y="0"/>
                  </a:moveTo>
                  <a:lnTo>
                    <a:pt x="5248" y="68"/>
                  </a:lnTo>
                  <a:lnTo>
                    <a:pt x="68" y="5248"/>
                  </a:lnTo>
                  <a:lnTo>
                    <a:pt x="1" y="5315"/>
                  </a:lnTo>
                  <a:lnTo>
                    <a:pt x="1" y="5408"/>
                  </a:lnTo>
                  <a:lnTo>
                    <a:pt x="1" y="44984"/>
                  </a:lnTo>
                  <a:lnTo>
                    <a:pt x="1" y="45212"/>
                  </a:lnTo>
                  <a:lnTo>
                    <a:pt x="79103" y="45212"/>
                  </a:lnTo>
                  <a:lnTo>
                    <a:pt x="79157" y="45145"/>
                  </a:lnTo>
                  <a:lnTo>
                    <a:pt x="82652" y="41662"/>
                  </a:lnTo>
                  <a:lnTo>
                    <a:pt x="84334" y="39980"/>
                  </a:lnTo>
                  <a:lnTo>
                    <a:pt x="84401" y="39913"/>
                  </a:lnTo>
                  <a:lnTo>
                    <a:pt x="84401" y="39820"/>
                  </a:lnTo>
                  <a:lnTo>
                    <a:pt x="84401" y="228"/>
                  </a:lnTo>
                  <a:lnTo>
                    <a:pt x="8440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3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4751" y="1"/>
                  </a:moveTo>
                  <a:cubicBezTo>
                    <a:pt x="2896" y="1856"/>
                    <a:pt x="1855" y="2897"/>
                    <a:pt x="0" y="4755"/>
                  </a:cubicBezTo>
                  <a:lnTo>
                    <a:pt x="0" y="44757"/>
                  </a:lnTo>
                  <a:lnTo>
                    <a:pt x="79208" y="44757"/>
                  </a:lnTo>
                  <a:cubicBezTo>
                    <a:pt x="81063" y="42915"/>
                    <a:pt x="82091" y="41874"/>
                    <a:pt x="83946" y="40019"/>
                  </a:cubicBezTo>
                  <a:lnTo>
                    <a:pt x="8394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3"/>
            <p:cNvSpPr/>
            <p:nvPr/>
          </p:nvSpPr>
          <p:spPr>
            <a:xfrm>
              <a:off x="244125" y="1169525"/>
              <a:ext cx="2098675" cy="1118950"/>
            </a:xfrm>
            <a:custGeom>
              <a:rect b="b" l="l" r="r" t="t"/>
              <a:pathLst>
                <a:path extrusionOk="0" h="44758" w="83947">
                  <a:moveTo>
                    <a:pt x="83866" y="81"/>
                  </a:moveTo>
                  <a:lnTo>
                    <a:pt x="83866" y="39552"/>
                  </a:lnTo>
                  <a:lnTo>
                    <a:pt x="82197" y="41221"/>
                  </a:lnTo>
                  <a:lnTo>
                    <a:pt x="78740" y="44677"/>
                  </a:lnTo>
                  <a:lnTo>
                    <a:pt x="93" y="44677"/>
                  </a:lnTo>
                  <a:lnTo>
                    <a:pt x="93" y="5206"/>
                  </a:lnTo>
                  <a:lnTo>
                    <a:pt x="5219" y="81"/>
                  </a:lnTo>
                  <a:close/>
                  <a:moveTo>
                    <a:pt x="5180" y="1"/>
                  </a:moveTo>
                  <a:cubicBezTo>
                    <a:pt x="3165" y="2032"/>
                    <a:pt x="2028" y="3153"/>
                    <a:pt x="0" y="5181"/>
                  </a:cubicBezTo>
                  <a:lnTo>
                    <a:pt x="0" y="44757"/>
                  </a:lnTo>
                  <a:lnTo>
                    <a:pt x="78782" y="44757"/>
                  </a:lnTo>
                  <a:cubicBezTo>
                    <a:pt x="80797" y="42742"/>
                    <a:pt x="81931" y="41608"/>
                    <a:pt x="83946" y="39593"/>
                  </a:cubicBezTo>
                  <a:lnTo>
                    <a:pt x="83946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3"/>
            <p:cNvSpPr/>
            <p:nvPr/>
          </p:nvSpPr>
          <p:spPr>
            <a:xfrm>
              <a:off x="276475" y="1201875"/>
              <a:ext cx="2033950" cy="1054250"/>
            </a:xfrm>
            <a:custGeom>
              <a:rect b="b" l="l" r="r" t="t"/>
              <a:pathLst>
                <a:path extrusionOk="0" h="42170" w="81358">
                  <a:moveTo>
                    <a:pt x="4312" y="1"/>
                  </a:moveTo>
                  <a:cubicBezTo>
                    <a:pt x="2631" y="1683"/>
                    <a:pt x="1682" y="2631"/>
                    <a:pt x="0" y="4313"/>
                  </a:cubicBezTo>
                  <a:lnTo>
                    <a:pt x="0" y="42169"/>
                  </a:lnTo>
                  <a:lnTo>
                    <a:pt x="77046" y="42169"/>
                  </a:lnTo>
                  <a:lnTo>
                    <a:pt x="81358" y="37857"/>
                  </a:lnTo>
                  <a:lnTo>
                    <a:pt x="8135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3"/>
            <p:cNvSpPr/>
            <p:nvPr/>
          </p:nvSpPr>
          <p:spPr>
            <a:xfrm>
              <a:off x="276475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0" y="1"/>
                  </a:moveTo>
                  <a:lnTo>
                    <a:pt x="0" y="10678"/>
                  </a:lnTo>
                  <a:cubicBezTo>
                    <a:pt x="350" y="10678"/>
                    <a:pt x="628" y="10399"/>
                    <a:pt x="628" y="10053"/>
                  </a:cubicBezTo>
                  <a:lnTo>
                    <a:pt x="628" y="629"/>
                  </a:lnTo>
                  <a:cubicBezTo>
                    <a:pt x="628" y="283"/>
                    <a:pt x="350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3"/>
            <p:cNvSpPr/>
            <p:nvPr/>
          </p:nvSpPr>
          <p:spPr>
            <a:xfrm>
              <a:off x="2293750" y="1595675"/>
              <a:ext cx="15725" cy="266975"/>
            </a:xfrm>
            <a:custGeom>
              <a:rect b="b" l="l" r="r" t="t"/>
              <a:pathLst>
                <a:path extrusionOk="0" h="10679" w="629">
                  <a:moveTo>
                    <a:pt x="628" y="1"/>
                  </a:moveTo>
                  <a:cubicBezTo>
                    <a:pt x="279" y="1"/>
                    <a:pt x="0" y="283"/>
                    <a:pt x="0" y="629"/>
                  </a:cubicBezTo>
                  <a:lnTo>
                    <a:pt x="0" y="10053"/>
                  </a:lnTo>
                  <a:cubicBezTo>
                    <a:pt x="0" y="10399"/>
                    <a:pt x="279" y="10678"/>
                    <a:pt x="628" y="10678"/>
                  </a:cubicBezTo>
                  <a:lnTo>
                    <a:pt x="62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3"/>
            <p:cNvSpPr/>
            <p:nvPr/>
          </p:nvSpPr>
          <p:spPr>
            <a:xfrm>
              <a:off x="275200" y="1200600"/>
              <a:ext cx="2036600" cy="1056875"/>
            </a:xfrm>
            <a:custGeom>
              <a:rect b="b" l="l" r="r" t="t"/>
              <a:pathLst>
                <a:path extrusionOk="0" h="42275" w="81464">
                  <a:moveTo>
                    <a:pt x="81354" y="106"/>
                  </a:moveTo>
                  <a:lnTo>
                    <a:pt x="81354" y="37886"/>
                  </a:lnTo>
                  <a:lnTo>
                    <a:pt x="81354" y="37886"/>
                  </a:lnTo>
                  <a:cubicBezTo>
                    <a:pt x="79692" y="39561"/>
                    <a:pt x="78758" y="40491"/>
                    <a:pt x="77087" y="42166"/>
                  </a:cubicBezTo>
                  <a:lnTo>
                    <a:pt x="106" y="42166"/>
                  </a:lnTo>
                  <a:lnTo>
                    <a:pt x="106" y="4393"/>
                  </a:lnTo>
                  <a:lnTo>
                    <a:pt x="106" y="4393"/>
                  </a:lnTo>
                  <a:cubicBezTo>
                    <a:pt x="1776" y="2723"/>
                    <a:pt x="2723" y="1776"/>
                    <a:pt x="4392" y="106"/>
                  </a:cubicBezTo>
                  <a:close/>
                  <a:moveTo>
                    <a:pt x="4351" y="1"/>
                  </a:moveTo>
                  <a:lnTo>
                    <a:pt x="4338" y="13"/>
                  </a:lnTo>
                  <a:cubicBezTo>
                    <a:pt x="2643" y="1695"/>
                    <a:pt x="1708" y="2644"/>
                    <a:pt x="13" y="4325"/>
                  </a:cubicBezTo>
                  <a:lnTo>
                    <a:pt x="0" y="4351"/>
                  </a:lnTo>
                  <a:lnTo>
                    <a:pt x="0" y="42275"/>
                  </a:lnTo>
                  <a:lnTo>
                    <a:pt x="77126" y="42275"/>
                  </a:lnTo>
                  <a:lnTo>
                    <a:pt x="77138" y="42259"/>
                  </a:lnTo>
                  <a:lnTo>
                    <a:pt x="81450" y="37950"/>
                  </a:lnTo>
                  <a:lnTo>
                    <a:pt x="81463" y="37934"/>
                  </a:lnTo>
                  <a:lnTo>
                    <a:pt x="81463" y="1"/>
                  </a:ln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8" name="Google Shape;1718;p13"/>
          <p:cNvGrpSpPr/>
          <p:nvPr/>
        </p:nvGrpSpPr>
        <p:grpSpPr>
          <a:xfrm>
            <a:off x="-6449" y="-94"/>
            <a:ext cx="9150439" cy="5143478"/>
            <a:chOff x="-6449" y="-94"/>
            <a:chExt cx="9150439" cy="5143478"/>
          </a:xfrm>
        </p:grpSpPr>
        <p:grpSp>
          <p:nvGrpSpPr>
            <p:cNvPr id="1719" name="Google Shape;1719;p13"/>
            <p:cNvGrpSpPr/>
            <p:nvPr/>
          </p:nvGrpSpPr>
          <p:grpSpPr>
            <a:xfrm>
              <a:off x="6499576" y="-94"/>
              <a:ext cx="2644414" cy="5143478"/>
              <a:chOff x="540125" y="3028300"/>
              <a:chExt cx="364425" cy="708800"/>
            </a:xfrm>
          </p:grpSpPr>
          <p:sp>
            <p:nvSpPr>
              <p:cNvPr id="1720" name="Google Shape;1720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1" name="Google Shape;1721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4" name="Google Shape;1724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5" name="Google Shape;1725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8" name="Google Shape;1728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9" name="Google Shape;1729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0" name="Google Shape;1730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1" name="Google Shape;1731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2" name="Google Shape;1732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3" name="Google Shape;1733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6" name="Google Shape;1736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7" name="Google Shape;1737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9" name="Google Shape;1739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0" name="Google Shape;1740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1" name="Google Shape;1741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5" name="Google Shape;1745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6" name="Google Shape;1746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7" name="Google Shape;1747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8" name="Google Shape;1748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9" name="Google Shape;1749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0" name="Google Shape;1750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1" name="Google Shape;1751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2" name="Google Shape;1752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3" name="Google Shape;1753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4" name="Google Shape;1754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5" name="Google Shape;1755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6" name="Google Shape;1756;p13"/>
            <p:cNvGrpSpPr/>
            <p:nvPr/>
          </p:nvGrpSpPr>
          <p:grpSpPr>
            <a:xfrm>
              <a:off x="-6449" y="-94"/>
              <a:ext cx="2644414" cy="5143478"/>
              <a:chOff x="540125" y="3028300"/>
              <a:chExt cx="364425" cy="708800"/>
            </a:xfrm>
          </p:grpSpPr>
          <p:sp>
            <p:nvSpPr>
              <p:cNvPr id="1757" name="Google Shape;1757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8" name="Google Shape;1758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9" name="Google Shape;1759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0" name="Google Shape;1760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4" name="Google Shape;1764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5" name="Google Shape;1765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6" name="Google Shape;1766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7" name="Google Shape;1767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8" name="Google Shape;1768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9" name="Google Shape;1769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2" name="Google Shape;1772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3" name="Google Shape;1773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4" name="Google Shape;1774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5" name="Google Shape;1775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6" name="Google Shape;1776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7" name="Google Shape;1777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8" name="Google Shape;1778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9" name="Google Shape;1779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0" name="Google Shape;1780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1" name="Google Shape;1781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2" name="Google Shape;1782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4" name="Google Shape;1784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6" name="Google Shape;1786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7" name="Google Shape;1787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8" name="Google Shape;1788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9" name="Google Shape;1789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0" name="Google Shape;1790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1" name="Google Shape;1791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2" name="Google Shape;1792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3" name="Google Shape;1793;p13"/>
            <p:cNvGrpSpPr/>
            <p:nvPr/>
          </p:nvGrpSpPr>
          <p:grpSpPr>
            <a:xfrm rot="5400000">
              <a:off x="3406651" y="-1249544"/>
              <a:ext cx="2644414" cy="5143478"/>
              <a:chOff x="540125" y="3028300"/>
              <a:chExt cx="364425" cy="708800"/>
            </a:xfrm>
          </p:grpSpPr>
          <p:sp>
            <p:nvSpPr>
              <p:cNvPr id="1794" name="Google Shape;1794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5" name="Google Shape;1795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6" name="Google Shape;1796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7" name="Google Shape;1797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8" name="Google Shape;1798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9" name="Google Shape;1799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0" name="Google Shape;1800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1" name="Google Shape;1801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2" name="Google Shape;1802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3" name="Google Shape;1803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4" name="Google Shape;1804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5" name="Google Shape;1805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6" name="Google Shape;1806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7" name="Google Shape;1807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8" name="Google Shape;1808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9" name="Google Shape;1809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0" name="Google Shape;1810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1" name="Google Shape;1811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2" name="Google Shape;1812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3" name="Google Shape;1813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4" name="Google Shape;1814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5" name="Google Shape;1815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8" name="Google Shape;1818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0" name="Google Shape;1820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3" name="Google Shape;1823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4" name="Google Shape;1824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5" name="Google Shape;1825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7" name="Google Shape;1827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8" name="Google Shape;1828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9" name="Google Shape;1829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0" name="Google Shape;1830;p13"/>
            <p:cNvGrpSpPr/>
            <p:nvPr/>
          </p:nvGrpSpPr>
          <p:grpSpPr>
            <a:xfrm rot="5400000">
              <a:off x="3406651" y="1243856"/>
              <a:ext cx="2644414" cy="5143478"/>
              <a:chOff x="540125" y="3028300"/>
              <a:chExt cx="364425" cy="708800"/>
            </a:xfrm>
          </p:grpSpPr>
          <p:sp>
            <p:nvSpPr>
              <p:cNvPr id="1831" name="Google Shape;1831;p13"/>
              <p:cNvSpPr/>
              <p:nvPr/>
            </p:nvSpPr>
            <p:spPr>
              <a:xfrm>
                <a:off x="633200" y="3204825"/>
                <a:ext cx="3375" cy="2975"/>
              </a:xfrm>
              <a:custGeom>
                <a:rect b="b" l="l" r="r" t="t"/>
                <a:pathLst>
                  <a:path extrusionOk="0" h="119" w="135">
                    <a:moveTo>
                      <a:pt x="0" y="0"/>
                    </a:moveTo>
                    <a:lnTo>
                      <a:pt x="0" y="119"/>
                    </a:lnTo>
                    <a:lnTo>
                      <a:pt x="135" y="119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2" name="Google Shape;1832;p13"/>
              <p:cNvSpPr/>
              <p:nvPr/>
            </p:nvSpPr>
            <p:spPr>
              <a:xfrm>
                <a:off x="763725" y="3083325"/>
                <a:ext cx="3325" cy="3075"/>
              </a:xfrm>
              <a:custGeom>
                <a:rect b="b" l="l" r="r" t="t"/>
                <a:pathLst>
                  <a:path extrusionOk="0" h="123" w="133">
                    <a:moveTo>
                      <a:pt x="1" y="0"/>
                    </a:moveTo>
                    <a:lnTo>
                      <a:pt x="1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3" name="Google Shape;1833;p13"/>
              <p:cNvSpPr/>
              <p:nvPr/>
            </p:nvSpPr>
            <p:spPr>
              <a:xfrm>
                <a:off x="540125" y="3330950"/>
                <a:ext cx="3000" cy="3325"/>
              </a:xfrm>
              <a:custGeom>
                <a:rect b="b" l="l" r="r" t="t"/>
                <a:pathLst>
                  <a:path extrusionOk="0" h="133" w="120">
                    <a:moveTo>
                      <a:pt x="1" y="1"/>
                    </a:moveTo>
                    <a:lnTo>
                      <a:pt x="1" y="132"/>
                    </a:lnTo>
                    <a:lnTo>
                      <a:pt x="119" y="132"/>
                    </a:lnTo>
                    <a:lnTo>
                      <a:pt x="119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4" name="Google Shape;1834;p13"/>
              <p:cNvSpPr/>
              <p:nvPr/>
            </p:nvSpPr>
            <p:spPr>
              <a:xfrm>
                <a:off x="595875" y="3081650"/>
                <a:ext cx="3300" cy="3050"/>
              </a:xfrm>
              <a:custGeom>
                <a:rect b="b" l="l" r="r" t="t"/>
                <a:pathLst>
                  <a:path extrusionOk="0" h="122" w="132">
                    <a:moveTo>
                      <a:pt x="0" y="0"/>
                    </a:moveTo>
                    <a:lnTo>
                      <a:pt x="0" y="122"/>
                    </a:lnTo>
                    <a:lnTo>
                      <a:pt x="132" y="122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5" name="Google Shape;1835;p13"/>
              <p:cNvSpPr/>
              <p:nvPr/>
            </p:nvSpPr>
            <p:spPr>
              <a:xfrm>
                <a:off x="579850" y="31480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6" name="Google Shape;1836;p13"/>
              <p:cNvSpPr/>
              <p:nvPr/>
            </p:nvSpPr>
            <p:spPr>
              <a:xfrm>
                <a:off x="743300" y="3114725"/>
                <a:ext cx="1725" cy="1300"/>
              </a:xfrm>
              <a:custGeom>
                <a:rect b="b" l="l" r="r" t="t"/>
                <a:pathLst>
                  <a:path extrusionOk="0" h="52" w="69">
                    <a:moveTo>
                      <a:pt x="1" y="0"/>
                    </a:moveTo>
                    <a:lnTo>
                      <a:pt x="1" y="52"/>
                    </a:lnTo>
                    <a:lnTo>
                      <a:pt x="68" y="52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7" name="Google Shape;1837;p13"/>
              <p:cNvSpPr/>
              <p:nvPr/>
            </p:nvSpPr>
            <p:spPr>
              <a:xfrm>
                <a:off x="684275" y="3028300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1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8" name="Google Shape;1838;p13"/>
              <p:cNvSpPr/>
              <p:nvPr/>
            </p:nvSpPr>
            <p:spPr>
              <a:xfrm>
                <a:off x="886200" y="3442750"/>
                <a:ext cx="1300" cy="1325"/>
              </a:xfrm>
              <a:custGeom>
                <a:rect b="b" l="l" r="r" t="t"/>
                <a:pathLst>
                  <a:path extrusionOk="0" h="53" w="52">
                    <a:moveTo>
                      <a:pt x="0" y="1"/>
                    </a:moveTo>
                    <a:lnTo>
                      <a:pt x="0" y="52"/>
                    </a:lnTo>
                    <a:lnTo>
                      <a:pt x="51" y="52"/>
                    </a:lnTo>
                    <a:lnTo>
                      <a:pt x="51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9" name="Google Shape;1839;p13"/>
              <p:cNvSpPr/>
              <p:nvPr/>
            </p:nvSpPr>
            <p:spPr>
              <a:xfrm>
                <a:off x="897875" y="3595250"/>
                <a:ext cx="1325" cy="1300"/>
              </a:xfrm>
              <a:custGeom>
                <a:rect b="b" l="l" r="r" t="t"/>
                <a:pathLst>
                  <a:path extrusionOk="0" h="52" w="53">
                    <a:moveTo>
                      <a:pt x="1" y="1"/>
                    </a:moveTo>
                    <a:lnTo>
                      <a:pt x="1" y="52"/>
                    </a:lnTo>
                    <a:lnTo>
                      <a:pt x="52" y="52"/>
                    </a:ln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0" name="Google Shape;1840;p13"/>
              <p:cNvSpPr/>
              <p:nvPr/>
            </p:nvSpPr>
            <p:spPr>
              <a:xfrm>
                <a:off x="878175" y="3493775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1" name="Google Shape;1841;p13"/>
              <p:cNvSpPr/>
              <p:nvPr/>
            </p:nvSpPr>
            <p:spPr>
              <a:xfrm>
                <a:off x="807375" y="317975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1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2" name="Google Shape;1842;p13"/>
              <p:cNvSpPr/>
              <p:nvPr/>
            </p:nvSpPr>
            <p:spPr>
              <a:xfrm>
                <a:off x="656575" y="327290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1" y="0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13"/>
              <p:cNvSpPr/>
              <p:nvPr/>
            </p:nvSpPr>
            <p:spPr>
              <a:xfrm>
                <a:off x="549825" y="33633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4" name="Google Shape;1844;p13"/>
              <p:cNvSpPr/>
              <p:nvPr/>
            </p:nvSpPr>
            <p:spPr>
              <a:xfrm>
                <a:off x="598500" y="35078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5" name="Google Shape;1845;p13"/>
              <p:cNvSpPr/>
              <p:nvPr/>
            </p:nvSpPr>
            <p:spPr>
              <a:xfrm>
                <a:off x="712325" y="3702650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6" name="Google Shape;1846;p13"/>
              <p:cNvSpPr/>
              <p:nvPr/>
            </p:nvSpPr>
            <p:spPr>
              <a:xfrm>
                <a:off x="766700" y="3540475"/>
                <a:ext cx="1375" cy="1700"/>
              </a:xfrm>
              <a:custGeom>
                <a:rect b="b" l="l" r="r" t="t"/>
                <a:pathLst>
                  <a:path extrusionOk="0" h="68" w="55">
                    <a:moveTo>
                      <a:pt x="0" y="0"/>
                    </a:moveTo>
                    <a:lnTo>
                      <a:pt x="0" y="68"/>
                    </a:lnTo>
                    <a:lnTo>
                      <a:pt x="55" y="68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13"/>
              <p:cNvSpPr/>
              <p:nvPr/>
            </p:nvSpPr>
            <p:spPr>
              <a:xfrm>
                <a:off x="887475" y="3735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8" name="Google Shape;1848;p13"/>
              <p:cNvSpPr/>
              <p:nvPr/>
            </p:nvSpPr>
            <p:spPr>
              <a:xfrm>
                <a:off x="656900" y="3401350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9" name="Google Shape;1849;p13"/>
              <p:cNvSpPr/>
              <p:nvPr/>
            </p:nvSpPr>
            <p:spPr>
              <a:xfrm>
                <a:off x="774375" y="3366275"/>
                <a:ext cx="1400" cy="1700"/>
              </a:xfrm>
              <a:custGeom>
                <a:rect b="b" l="l" r="r" t="t"/>
                <a:pathLst>
                  <a:path extrusionOk="0" h="68" w="56">
                    <a:moveTo>
                      <a:pt x="1" y="1"/>
                    </a:moveTo>
                    <a:lnTo>
                      <a:pt x="1" y="68"/>
                    </a:lnTo>
                    <a:lnTo>
                      <a:pt x="55" y="68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13"/>
              <p:cNvSpPr/>
              <p:nvPr/>
            </p:nvSpPr>
            <p:spPr>
              <a:xfrm>
                <a:off x="852475" y="36005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1" name="Google Shape;1851;p13"/>
              <p:cNvSpPr/>
              <p:nvPr/>
            </p:nvSpPr>
            <p:spPr>
              <a:xfrm>
                <a:off x="857450" y="3060975"/>
                <a:ext cx="1375" cy="1400"/>
              </a:xfrm>
              <a:custGeom>
                <a:rect b="b" l="l" r="r" t="t"/>
                <a:pathLst>
                  <a:path extrusionOk="0" h="56" w="55">
                    <a:moveTo>
                      <a:pt x="0" y="1"/>
                    </a:moveTo>
                    <a:lnTo>
                      <a:pt x="0" y="55"/>
                    </a:lnTo>
                    <a:lnTo>
                      <a:pt x="54" y="55"/>
                    </a:lnTo>
                    <a:lnTo>
                      <a:pt x="54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2" name="Google Shape;1852;p13"/>
              <p:cNvSpPr/>
              <p:nvPr/>
            </p:nvSpPr>
            <p:spPr>
              <a:xfrm>
                <a:off x="570150" y="3498825"/>
                <a:ext cx="1725" cy="1625"/>
              </a:xfrm>
              <a:custGeom>
                <a:rect b="b" l="l" r="r" t="t"/>
                <a:pathLst>
                  <a:path extrusionOk="0" h="65" w="69">
                    <a:moveTo>
                      <a:pt x="1" y="0"/>
                    </a:moveTo>
                    <a:lnTo>
                      <a:pt x="1" y="65"/>
                    </a:lnTo>
                    <a:lnTo>
                      <a:pt x="68" y="65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3" name="Google Shape;1853;p13"/>
              <p:cNvSpPr/>
              <p:nvPr/>
            </p:nvSpPr>
            <p:spPr>
              <a:xfrm>
                <a:off x="726025" y="3345925"/>
                <a:ext cx="1700" cy="1725"/>
              </a:xfrm>
              <a:custGeom>
                <a:rect b="b" l="l" r="r" t="t"/>
                <a:pathLst>
                  <a:path extrusionOk="0" h="69" w="68">
                    <a:moveTo>
                      <a:pt x="0" y="1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4" name="Google Shape;1854;p13"/>
              <p:cNvSpPr/>
              <p:nvPr/>
            </p:nvSpPr>
            <p:spPr>
              <a:xfrm>
                <a:off x="867850" y="3149075"/>
                <a:ext cx="1625" cy="1400"/>
              </a:xfrm>
              <a:custGeom>
                <a:rect b="b" l="l" r="r" t="t"/>
                <a:pathLst>
                  <a:path extrusionOk="0" h="56" w="65">
                    <a:moveTo>
                      <a:pt x="0" y="1"/>
                    </a:moveTo>
                    <a:lnTo>
                      <a:pt x="0" y="55"/>
                    </a:lnTo>
                    <a:lnTo>
                      <a:pt x="65" y="55"/>
                    </a:lnTo>
                    <a:lnTo>
                      <a:pt x="6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13"/>
              <p:cNvSpPr/>
              <p:nvPr/>
            </p:nvSpPr>
            <p:spPr>
              <a:xfrm>
                <a:off x="657225" y="314740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7" y="68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6" name="Google Shape;1856;p13"/>
              <p:cNvSpPr/>
              <p:nvPr/>
            </p:nvSpPr>
            <p:spPr>
              <a:xfrm>
                <a:off x="710625" y="3668300"/>
                <a:ext cx="1725" cy="1700"/>
              </a:xfrm>
              <a:custGeom>
                <a:rect b="b" l="l" r="r" t="t"/>
                <a:pathLst>
                  <a:path extrusionOk="0" h="68" w="69">
                    <a:moveTo>
                      <a:pt x="1" y="0"/>
                    </a:moveTo>
                    <a:lnTo>
                      <a:pt x="1" y="67"/>
                    </a:lnTo>
                    <a:lnTo>
                      <a:pt x="68" y="6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7" name="Google Shape;1857;p13"/>
              <p:cNvSpPr/>
              <p:nvPr/>
            </p:nvSpPr>
            <p:spPr>
              <a:xfrm>
                <a:off x="899175" y="3347625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7"/>
                    </a:lnTo>
                    <a:lnTo>
                      <a:pt x="67" y="67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13"/>
              <p:cNvSpPr/>
              <p:nvPr/>
            </p:nvSpPr>
            <p:spPr>
              <a:xfrm>
                <a:off x="902850" y="3226850"/>
                <a:ext cx="1700" cy="1700"/>
              </a:xfrm>
              <a:custGeom>
                <a:rect b="b" l="l" r="r" t="t"/>
                <a:pathLst>
                  <a:path extrusionOk="0" h="68" w="68">
                    <a:moveTo>
                      <a:pt x="0" y="0"/>
                    </a:moveTo>
                    <a:lnTo>
                      <a:pt x="0" y="68"/>
                    </a:lnTo>
                    <a:lnTo>
                      <a:pt x="68" y="6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13"/>
              <p:cNvSpPr/>
              <p:nvPr/>
            </p:nvSpPr>
            <p:spPr>
              <a:xfrm>
                <a:off x="819075" y="3437075"/>
                <a:ext cx="1375" cy="1300"/>
              </a:xfrm>
              <a:custGeom>
                <a:rect b="b" l="l" r="r" t="t"/>
                <a:pathLst>
                  <a:path extrusionOk="0" h="52" w="55">
                    <a:moveTo>
                      <a:pt x="1" y="1"/>
                    </a:moveTo>
                    <a:lnTo>
                      <a:pt x="1" y="52"/>
                    </a:lnTo>
                    <a:lnTo>
                      <a:pt x="55" y="52"/>
                    </a:lnTo>
                    <a:lnTo>
                      <a:pt x="5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0" name="Google Shape;1860;p13"/>
              <p:cNvSpPr/>
              <p:nvPr/>
            </p:nvSpPr>
            <p:spPr>
              <a:xfrm>
                <a:off x="708625" y="3222125"/>
                <a:ext cx="3400" cy="3375"/>
              </a:xfrm>
              <a:custGeom>
                <a:rect b="b" l="l" r="r" t="t"/>
                <a:pathLst>
                  <a:path extrusionOk="0" h="135" w="136">
                    <a:moveTo>
                      <a:pt x="1" y="0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13"/>
              <p:cNvSpPr/>
              <p:nvPr/>
            </p:nvSpPr>
            <p:spPr>
              <a:xfrm>
                <a:off x="892525" y="33042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1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2" name="Google Shape;1862;p13"/>
              <p:cNvSpPr/>
              <p:nvPr/>
            </p:nvSpPr>
            <p:spPr>
              <a:xfrm>
                <a:off x="567850" y="3582200"/>
                <a:ext cx="3300" cy="3375"/>
              </a:xfrm>
              <a:custGeom>
                <a:rect b="b" l="l" r="r" t="t"/>
                <a:pathLst>
                  <a:path extrusionOk="0" h="135" w="132">
                    <a:moveTo>
                      <a:pt x="0" y="0"/>
                    </a:moveTo>
                    <a:lnTo>
                      <a:pt x="0" y="135"/>
                    </a:lnTo>
                    <a:lnTo>
                      <a:pt x="131" y="135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13"/>
              <p:cNvSpPr/>
              <p:nvPr/>
            </p:nvSpPr>
            <p:spPr>
              <a:xfrm>
                <a:off x="751725" y="3706650"/>
                <a:ext cx="3300" cy="3400"/>
              </a:xfrm>
              <a:custGeom>
                <a:rect b="b" l="l" r="r" t="t"/>
                <a:pathLst>
                  <a:path extrusionOk="0" h="136" w="132">
                    <a:moveTo>
                      <a:pt x="0" y="1"/>
                    </a:moveTo>
                    <a:lnTo>
                      <a:pt x="0" y="135"/>
                    </a:lnTo>
                    <a:lnTo>
                      <a:pt x="132" y="135"/>
                    </a:lnTo>
                    <a:lnTo>
                      <a:pt x="132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4" name="Google Shape;1864;p13"/>
              <p:cNvSpPr/>
              <p:nvPr/>
            </p:nvSpPr>
            <p:spPr>
              <a:xfrm>
                <a:off x="696950" y="3531500"/>
                <a:ext cx="3375" cy="3400"/>
              </a:xfrm>
              <a:custGeom>
                <a:rect b="b" l="l" r="r" t="t"/>
                <a:pathLst>
                  <a:path extrusionOk="0" h="136" w="135">
                    <a:moveTo>
                      <a:pt x="0" y="0"/>
                    </a:moveTo>
                    <a:lnTo>
                      <a:pt x="0" y="135"/>
                    </a:lnTo>
                    <a:lnTo>
                      <a:pt x="135" y="135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5" name="Google Shape;1865;p13"/>
              <p:cNvSpPr/>
              <p:nvPr/>
            </p:nvSpPr>
            <p:spPr>
              <a:xfrm>
                <a:off x="679950" y="3419700"/>
                <a:ext cx="3325" cy="3375"/>
              </a:xfrm>
              <a:custGeom>
                <a:rect b="b" l="l" r="r" t="t"/>
                <a:pathLst>
                  <a:path extrusionOk="0" h="135" w="133">
                    <a:moveTo>
                      <a:pt x="1" y="0"/>
                    </a:moveTo>
                    <a:lnTo>
                      <a:pt x="1" y="135"/>
                    </a:lnTo>
                    <a:lnTo>
                      <a:pt x="132" y="135"/>
                    </a:lnTo>
                    <a:lnTo>
                      <a:pt x="132" y="0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6" name="Google Shape;1866;p13"/>
              <p:cNvSpPr/>
              <p:nvPr/>
            </p:nvSpPr>
            <p:spPr>
              <a:xfrm>
                <a:off x="836450" y="3355300"/>
                <a:ext cx="3400" cy="3400"/>
              </a:xfrm>
              <a:custGeom>
                <a:rect b="b" l="l" r="r" t="t"/>
                <a:pathLst>
                  <a:path extrusionOk="0" h="136" w="136">
                    <a:moveTo>
                      <a:pt x="1" y="1"/>
                    </a:moveTo>
                    <a:lnTo>
                      <a:pt x="1" y="135"/>
                    </a:lnTo>
                    <a:lnTo>
                      <a:pt x="135" y="135"/>
                    </a:lnTo>
                    <a:lnTo>
                      <a:pt x="135" y="1"/>
                    </a:lnTo>
                    <a:close/>
                  </a:path>
                </a:pathLst>
              </a:custGeom>
              <a:solidFill>
                <a:srgbClr val="FFFFFF">
                  <a:alpha val="51764"/>
                </a:srgbClr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49803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67" name="Google Shape;1867;p13"/>
          <p:cNvGrpSpPr/>
          <p:nvPr/>
        </p:nvGrpSpPr>
        <p:grpSpPr>
          <a:xfrm>
            <a:off x="7063481" y="2679442"/>
            <a:ext cx="1506855" cy="1232398"/>
            <a:chOff x="3294431" y="3820626"/>
            <a:chExt cx="757594" cy="619576"/>
          </a:xfrm>
        </p:grpSpPr>
        <p:sp>
          <p:nvSpPr>
            <p:cNvPr id="1868" name="Google Shape;1868;p13"/>
            <p:cNvSpPr/>
            <p:nvPr/>
          </p:nvSpPr>
          <p:spPr>
            <a:xfrm>
              <a:off x="3588834" y="3820626"/>
              <a:ext cx="171817" cy="95578"/>
            </a:xfrm>
            <a:custGeom>
              <a:rect b="b" l="l" r="r" t="t"/>
              <a:pathLst>
                <a:path extrusionOk="0" h="1196" w="215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3"/>
            <p:cNvSpPr/>
            <p:nvPr/>
          </p:nvSpPr>
          <p:spPr>
            <a:xfrm>
              <a:off x="3360759" y="3901019"/>
              <a:ext cx="171817" cy="96138"/>
            </a:xfrm>
            <a:custGeom>
              <a:rect b="b" l="l" r="r" t="t"/>
              <a:pathLst>
                <a:path extrusionOk="0" h="1203" w="215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3"/>
            <p:cNvSpPr/>
            <p:nvPr/>
          </p:nvSpPr>
          <p:spPr>
            <a:xfrm>
              <a:off x="3294431" y="3831255"/>
              <a:ext cx="757594" cy="608872"/>
            </a:xfrm>
            <a:custGeom>
              <a:rect b="b" l="l" r="r" t="t"/>
              <a:pathLst>
                <a:path extrusionOk="0" h="7619" w="948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3"/>
            <p:cNvSpPr/>
            <p:nvPr/>
          </p:nvSpPr>
          <p:spPr>
            <a:xfrm>
              <a:off x="3806439" y="3959277"/>
              <a:ext cx="55621" cy="49068"/>
            </a:xfrm>
            <a:custGeom>
              <a:rect b="b" l="l" r="r" t="t"/>
              <a:pathLst>
                <a:path extrusionOk="0" h="614" w="696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3"/>
            <p:cNvSpPr/>
            <p:nvPr/>
          </p:nvSpPr>
          <p:spPr>
            <a:xfrm>
              <a:off x="3744746" y="3961434"/>
              <a:ext cx="55381" cy="49148"/>
            </a:xfrm>
            <a:custGeom>
              <a:rect b="b" l="l" r="r" t="t"/>
              <a:pathLst>
                <a:path extrusionOk="0" h="615" w="693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3"/>
            <p:cNvSpPr/>
            <p:nvPr/>
          </p:nvSpPr>
          <p:spPr>
            <a:xfrm>
              <a:off x="3767042" y="3905974"/>
              <a:ext cx="55621" cy="50107"/>
            </a:xfrm>
            <a:custGeom>
              <a:rect b="b" l="l" r="r" t="t"/>
              <a:pathLst>
                <a:path extrusionOk="0" h="627" w="696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3"/>
            <p:cNvSpPr/>
            <p:nvPr/>
          </p:nvSpPr>
          <p:spPr>
            <a:xfrm>
              <a:off x="3703990" y="3909011"/>
              <a:ext cx="56660" cy="49148"/>
            </a:xfrm>
            <a:custGeom>
              <a:rect b="b" l="l" r="r" t="t"/>
              <a:pathLst>
                <a:path extrusionOk="0" h="615" w="709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3"/>
            <p:cNvSpPr/>
            <p:nvPr/>
          </p:nvSpPr>
          <p:spPr>
            <a:xfrm>
              <a:off x="3305139" y="4122301"/>
              <a:ext cx="205941" cy="317822"/>
            </a:xfrm>
            <a:custGeom>
              <a:rect b="b" l="l" r="r" t="t"/>
              <a:pathLst>
                <a:path extrusionOk="0" h="3977" w="2577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3"/>
            <p:cNvSpPr/>
            <p:nvPr/>
          </p:nvSpPr>
          <p:spPr>
            <a:xfrm>
              <a:off x="3830014" y="3910050"/>
              <a:ext cx="222004" cy="330848"/>
            </a:xfrm>
            <a:custGeom>
              <a:rect b="b" l="l" r="r" t="t"/>
              <a:pathLst>
                <a:path extrusionOk="0" h="4140" w="2778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3"/>
            <p:cNvSpPr/>
            <p:nvPr/>
          </p:nvSpPr>
          <p:spPr>
            <a:xfrm>
              <a:off x="3584758" y="4035275"/>
              <a:ext cx="61774" cy="32445"/>
            </a:xfrm>
            <a:custGeom>
              <a:rect b="b" l="l" r="r" t="t"/>
              <a:pathLst>
                <a:path extrusionOk="0" h="406" w="773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3"/>
            <p:cNvSpPr/>
            <p:nvPr/>
          </p:nvSpPr>
          <p:spPr>
            <a:xfrm>
              <a:off x="3569654" y="3993000"/>
              <a:ext cx="60975" cy="33085"/>
            </a:xfrm>
            <a:custGeom>
              <a:rect b="b" l="l" r="r" t="t"/>
              <a:pathLst>
                <a:path extrusionOk="0" h="414" w="763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3"/>
            <p:cNvSpPr/>
            <p:nvPr/>
          </p:nvSpPr>
          <p:spPr>
            <a:xfrm>
              <a:off x="3844798" y="3949527"/>
              <a:ext cx="195472" cy="291370"/>
            </a:xfrm>
            <a:custGeom>
              <a:rect b="b" l="l" r="r" t="t"/>
              <a:pathLst>
                <a:path extrusionOk="0" h="3646" w="2446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3"/>
            <p:cNvSpPr/>
            <p:nvPr/>
          </p:nvSpPr>
          <p:spPr>
            <a:xfrm>
              <a:off x="3310573" y="4162977"/>
              <a:ext cx="196431" cy="277225"/>
            </a:xfrm>
            <a:custGeom>
              <a:rect b="b" l="l" r="r" t="t"/>
              <a:pathLst>
                <a:path extrusionOk="0" h="3469" w="2458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13"/>
            <p:cNvSpPr/>
            <p:nvPr/>
          </p:nvSpPr>
          <p:spPr>
            <a:xfrm>
              <a:off x="3294431" y="3831255"/>
              <a:ext cx="744808" cy="582500"/>
            </a:xfrm>
            <a:custGeom>
              <a:rect b="b" l="l" r="r" t="t"/>
              <a:pathLst>
                <a:path extrusionOk="0" h="7289" w="932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13"/>
            <p:cNvSpPr/>
            <p:nvPr/>
          </p:nvSpPr>
          <p:spPr>
            <a:xfrm>
              <a:off x="3338224" y="4063644"/>
              <a:ext cx="713801" cy="376480"/>
            </a:xfrm>
            <a:custGeom>
              <a:rect b="b" l="l" r="r" t="t"/>
              <a:pathLst>
                <a:path extrusionOk="0" h="4711" w="8932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13"/>
            <p:cNvSpPr/>
            <p:nvPr/>
          </p:nvSpPr>
          <p:spPr>
            <a:xfrm>
              <a:off x="3636942" y="4062765"/>
              <a:ext cx="155754" cy="83192"/>
            </a:xfrm>
            <a:custGeom>
              <a:rect b="b" l="l" r="r" t="t"/>
              <a:pathLst>
                <a:path extrusionOk="0" h="1041" w="1949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13"/>
            <p:cNvSpPr/>
            <p:nvPr/>
          </p:nvSpPr>
          <p:spPr>
            <a:xfrm>
              <a:off x="3651806" y="4037113"/>
              <a:ext cx="172856" cy="153597"/>
            </a:xfrm>
            <a:custGeom>
              <a:rect b="b" l="l" r="r" t="t"/>
              <a:pathLst>
                <a:path extrusionOk="0" h="1922" w="2163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13"/>
            <p:cNvSpPr/>
            <p:nvPr/>
          </p:nvSpPr>
          <p:spPr>
            <a:xfrm>
              <a:off x="3680735" y="4061806"/>
              <a:ext cx="116276" cy="104129"/>
            </a:xfrm>
            <a:custGeom>
              <a:rect b="b" l="l" r="r" t="t"/>
              <a:pathLst>
                <a:path extrusionOk="0" h="1303" w="1455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13"/>
            <p:cNvSpPr/>
            <p:nvPr/>
          </p:nvSpPr>
          <p:spPr>
            <a:xfrm>
              <a:off x="3700953" y="4080266"/>
              <a:ext cx="75839" cy="66809"/>
            </a:xfrm>
            <a:custGeom>
              <a:rect b="b" l="l" r="r" t="t"/>
              <a:pathLst>
                <a:path extrusionOk="0" h="836" w="949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13"/>
            <p:cNvSpPr/>
            <p:nvPr/>
          </p:nvSpPr>
          <p:spPr>
            <a:xfrm>
              <a:off x="3325357" y="3986927"/>
              <a:ext cx="172936" cy="153836"/>
            </a:xfrm>
            <a:custGeom>
              <a:rect b="b" l="l" r="r" t="t"/>
              <a:pathLst>
                <a:path extrusionOk="0" h="1925" w="2164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13"/>
            <p:cNvSpPr/>
            <p:nvPr/>
          </p:nvSpPr>
          <p:spPr>
            <a:xfrm>
              <a:off x="3502527" y="3896464"/>
              <a:ext cx="121711" cy="53863"/>
            </a:xfrm>
            <a:custGeom>
              <a:rect b="b" l="l" r="r" t="t"/>
              <a:pathLst>
                <a:path extrusionOk="0" h="674" w="1523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13"/>
            <p:cNvSpPr/>
            <p:nvPr/>
          </p:nvSpPr>
          <p:spPr>
            <a:xfrm>
              <a:off x="3401196" y="4137005"/>
              <a:ext cx="91742" cy="90064"/>
            </a:xfrm>
            <a:custGeom>
              <a:rect b="b" l="l" r="r" t="t"/>
              <a:pathLst>
                <a:path extrusionOk="0" h="1127" w="1148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13"/>
            <p:cNvSpPr/>
            <p:nvPr/>
          </p:nvSpPr>
          <p:spPr>
            <a:xfrm>
              <a:off x="3432122" y="4168251"/>
              <a:ext cx="30048" cy="27491"/>
            </a:xfrm>
            <a:custGeom>
              <a:rect b="b" l="l" r="r" t="t"/>
              <a:pathLst>
                <a:path extrusionOk="0" h="344" w="376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13"/>
            <p:cNvSpPr/>
            <p:nvPr/>
          </p:nvSpPr>
          <p:spPr>
            <a:xfrm>
              <a:off x="3336146" y="3964471"/>
              <a:ext cx="173895" cy="153836"/>
            </a:xfrm>
            <a:custGeom>
              <a:rect b="b" l="l" r="r" t="t"/>
              <a:pathLst>
                <a:path extrusionOk="0" h="1925" w="2176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13"/>
            <p:cNvSpPr/>
            <p:nvPr/>
          </p:nvSpPr>
          <p:spPr>
            <a:xfrm>
              <a:off x="3364835" y="3990283"/>
              <a:ext cx="116516" cy="103250"/>
            </a:xfrm>
            <a:custGeom>
              <a:rect b="b" l="l" r="r" t="t"/>
              <a:pathLst>
                <a:path extrusionOk="0" h="1292" w="1458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13"/>
            <p:cNvSpPr/>
            <p:nvPr/>
          </p:nvSpPr>
          <p:spPr>
            <a:xfrm>
              <a:off x="3385293" y="4008424"/>
              <a:ext cx="75600" cy="67049"/>
            </a:xfrm>
            <a:custGeom>
              <a:rect b="b" l="l" r="r" t="t"/>
              <a:pathLst>
                <a:path extrusionOk="0" h="839" w="946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4" name="Google Shape;1894;p13"/>
          <p:cNvGrpSpPr/>
          <p:nvPr/>
        </p:nvGrpSpPr>
        <p:grpSpPr>
          <a:xfrm>
            <a:off x="593104" y="593204"/>
            <a:ext cx="1129918" cy="278457"/>
            <a:chOff x="713231" y="815211"/>
            <a:chExt cx="894914" cy="220542"/>
          </a:xfrm>
        </p:grpSpPr>
        <p:sp>
          <p:nvSpPr>
            <p:cNvPr id="1895" name="Google Shape;1895;p13"/>
            <p:cNvSpPr/>
            <p:nvPr/>
          </p:nvSpPr>
          <p:spPr>
            <a:xfrm>
              <a:off x="1387603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13"/>
            <p:cNvSpPr/>
            <p:nvPr/>
          </p:nvSpPr>
          <p:spPr>
            <a:xfrm>
              <a:off x="713231" y="815211"/>
              <a:ext cx="222044" cy="220542"/>
            </a:xfrm>
            <a:custGeom>
              <a:rect b="b" l="l" r="r" t="t"/>
              <a:pathLst>
                <a:path extrusionOk="0" h="1763" w="1775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13"/>
            <p:cNvSpPr/>
            <p:nvPr/>
          </p:nvSpPr>
          <p:spPr>
            <a:xfrm>
              <a:off x="1050229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8" name="Google Shape;1898;p13"/>
          <p:cNvGrpSpPr/>
          <p:nvPr/>
        </p:nvGrpSpPr>
        <p:grpSpPr>
          <a:xfrm>
            <a:off x="7107181" y="1539125"/>
            <a:ext cx="1197217" cy="985790"/>
            <a:chOff x="1421488" y="3951845"/>
            <a:chExt cx="698697" cy="575308"/>
          </a:xfrm>
        </p:grpSpPr>
        <p:sp>
          <p:nvSpPr>
            <p:cNvPr id="1899" name="Google Shape;1899;p13"/>
            <p:cNvSpPr/>
            <p:nvPr/>
          </p:nvSpPr>
          <p:spPr>
            <a:xfrm>
              <a:off x="1431956" y="3951845"/>
              <a:ext cx="668009" cy="575308"/>
            </a:xfrm>
            <a:custGeom>
              <a:rect b="b" l="l" r="r" t="t"/>
              <a:pathLst>
                <a:path extrusionOk="0" h="7199" w="8359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13"/>
            <p:cNvSpPr/>
            <p:nvPr/>
          </p:nvSpPr>
          <p:spPr>
            <a:xfrm>
              <a:off x="1421488" y="3951845"/>
              <a:ext cx="698697" cy="541264"/>
            </a:xfrm>
            <a:custGeom>
              <a:rect b="b" l="l" r="r" t="t"/>
              <a:pathLst>
                <a:path extrusionOk="0" h="6773" w="8743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13"/>
            <p:cNvSpPr/>
            <p:nvPr/>
          </p:nvSpPr>
          <p:spPr>
            <a:xfrm>
              <a:off x="1522818" y="3983810"/>
              <a:ext cx="582500" cy="464945"/>
            </a:xfrm>
            <a:custGeom>
              <a:rect b="b" l="l" r="r" t="t"/>
              <a:pathLst>
                <a:path extrusionOk="0" h="5818" w="7289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13"/>
            <p:cNvSpPr/>
            <p:nvPr/>
          </p:nvSpPr>
          <p:spPr>
            <a:xfrm>
              <a:off x="1731714" y="4057251"/>
              <a:ext cx="328850" cy="234870"/>
            </a:xfrm>
            <a:custGeom>
              <a:rect b="b" l="l" r="r" t="t"/>
              <a:pathLst>
                <a:path extrusionOk="0" h="2939" w="4115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13"/>
            <p:cNvSpPr/>
            <p:nvPr/>
          </p:nvSpPr>
          <p:spPr>
            <a:xfrm>
              <a:off x="1899133" y="4083782"/>
              <a:ext cx="115317" cy="93341"/>
            </a:xfrm>
            <a:custGeom>
              <a:rect b="b" l="l" r="r" t="t"/>
              <a:pathLst>
                <a:path extrusionOk="0" h="1168" w="1443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13"/>
            <p:cNvSpPr/>
            <p:nvPr/>
          </p:nvSpPr>
          <p:spPr>
            <a:xfrm>
              <a:off x="1776545" y="4247206"/>
              <a:ext cx="312707" cy="232553"/>
            </a:xfrm>
            <a:custGeom>
              <a:rect b="b" l="l" r="r" t="t"/>
              <a:pathLst>
                <a:path extrusionOk="0" h="2910" w="3913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13"/>
            <p:cNvSpPr/>
            <p:nvPr/>
          </p:nvSpPr>
          <p:spPr>
            <a:xfrm>
              <a:off x="1568689" y="3967668"/>
              <a:ext cx="324135" cy="216330"/>
            </a:xfrm>
            <a:custGeom>
              <a:rect b="b" l="l" r="r" t="t"/>
              <a:pathLst>
                <a:path extrusionOk="0" h="2707" w="4056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6" name="Google Shape;1906;p13"/>
          <p:cNvGrpSpPr/>
          <p:nvPr/>
        </p:nvGrpSpPr>
        <p:grpSpPr>
          <a:xfrm>
            <a:off x="565293" y="3009776"/>
            <a:ext cx="212228" cy="1594227"/>
            <a:chOff x="425780" y="482769"/>
            <a:chExt cx="127818" cy="561525"/>
          </a:xfrm>
        </p:grpSpPr>
        <p:sp>
          <p:nvSpPr>
            <p:cNvPr id="1907" name="Google Shape;1907;p13"/>
            <p:cNvSpPr/>
            <p:nvPr/>
          </p:nvSpPr>
          <p:spPr>
            <a:xfrm>
              <a:off x="425780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13"/>
            <p:cNvSpPr/>
            <p:nvPr/>
          </p:nvSpPr>
          <p:spPr>
            <a:xfrm>
              <a:off x="445160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13"/>
            <p:cNvSpPr/>
            <p:nvPr/>
          </p:nvSpPr>
          <p:spPr>
            <a:xfrm>
              <a:off x="46470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13"/>
            <p:cNvSpPr/>
            <p:nvPr/>
          </p:nvSpPr>
          <p:spPr>
            <a:xfrm>
              <a:off x="48408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13"/>
            <p:cNvSpPr/>
            <p:nvPr/>
          </p:nvSpPr>
          <p:spPr>
            <a:xfrm>
              <a:off x="503468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13"/>
            <p:cNvSpPr/>
            <p:nvPr/>
          </p:nvSpPr>
          <p:spPr>
            <a:xfrm>
              <a:off x="52307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13"/>
            <p:cNvSpPr/>
            <p:nvPr/>
          </p:nvSpPr>
          <p:spPr>
            <a:xfrm>
              <a:off x="54245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100000">
              <a:schemeClr val="lt1"/>
            </a:gs>
          </a:gsLst>
          <a:lin ang="1350003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b="0" i="0" sz="35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9.jpg"/><Relationship Id="rId5" Type="http://schemas.openxmlformats.org/officeDocument/2006/relationships/image" Target="../media/image12.jpg"/><Relationship Id="rId6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.jpg"/><Relationship Id="rId5" Type="http://schemas.openxmlformats.org/officeDocument/2006/relationships/image" Target="../media/image7.jpg"/><Relationship Id="rId6" Type="http://schemas.openxmlformats.org/officeDocument/2006/relationships/image" Target="../media/image10.jpg"/><Relationship Id="rId7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8" name="Google Shape;1918;p14"/>
          <p:cNvGrpSpPr/>
          <p:nvPr/>
        </p:nvGrpSpPr>
        <p:grpSpPr>
          <a:xfrm>
            <a:off x="5340838" y="1367155"/>
            <a:ext cx="2648558" cy="1945391"/>
            <a:chOff x="296117" y="2376907"/>
            <a:chExt cx="715672" cy="525668"/>
          </a:xfrm>
        </p:grpSpPr>
        <p:sp>
          <p:nvSpPr>
            <p:cNvPr id="1919" name="Google Shape;1919;p14"/>
            <p:cNvSpPr/>
            <p:nvPr/>
          </p:nvSpPr>
          <p:spPr>
            <a:xfrm>
              <a:off x="476250" y="2376907"/>
              <a:ext cx="355343" cy="46378"/>
            </a:xfrm>
            <a:custGeom>
              <a:rect b="b" l="l" r="r" t="t"/>
              <a:pathLst>
                <a:path extrusionOk="0" h="828" w="6344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14"/>
            <p:cNvSpPr/>
            <p:nvPr/>
          </p:nvSpPr>
          <p:spPr>
            <a:xfrm>
              <a:off x="394081" y="2441881"/>
              <a:ext cx="520412" cy="47275"/>
            </a:xfrm>
            <a:custGeom>
              <a:rect b="b" l="l" r="r" t="t"/>
              <a:pathLst>
                <a:path extrusionOk="0" h="844" w="9291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14"/>
            <p:cNvSpPr/>
            <p:nvPr/>
          </p:nvSpPr>
          <p:spPr>
            <a:xfrm>
              <a:off x="353025" y="2507022"/>
              <a:ext cx="601854" cy="33608"/>
            </a:xfrm>
            <a:custGeom>
              <a:rect b="b" l="l" r="r" t="t"/>
              <a:pathLst>
                <a:path extrusionOk="0" h="600" w="10745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14"/>
            <p:cNvSpPr/>
            <p:nvPr/>
          </p:nvSpPr>
          <p:spPr>
            <a:xfrm>
              <a:off x="322330" y="2571995"/>
              <a:ext cx="663244" cy="27670"/>
            </a:xfrm>
            <a:custGeom>
              <a:rect b="b" l="l" r="r" t="t"/>
              <a:pathLst>
                <a:path extrusionOk="0" h="494" w="11841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14"/>
            <p:cNvSpPr/>
            <p:nvPr/>
          </p:nvSpPr>
          <p:spPr>
            <a:xfrm>
              <a:off x="303679" y="2637137"/>
              <a:ext cx="701276" cy="25318"/>
            </a:xfrm>
            <a:custGeom>
              <a:rect b="b" l="l" r="r" t="t"/>
              <a:pathLst>
                <a:path extrusionOk="0" h="452" w="1252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14"/>
            <p:cNvSpPr/>
            <p:nvPr/>
          </p:nvSpPr>
          <p:spPr>
            <a:xfrm>
              <a:off x="296117" y="2702054"/>
              <a:ext cx="715672" cy="21789"/>
            </a:xfrm>
            <a:custGeom>
              <a:rect b="b" l="l" r="r" t="t"/>
              <a:pathLst>
                <a:path extrusionOk="0" h="389" w="12777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14"/>
            <p:cNvSpPr/>
            <p:nvPr/>
          </p:nvSpPr>
          <p:spPr>
            <a:xfrm>
              <a:off x="297741" y="2767923"/>
              <a:ext cx="712423" cy="14227"/>
            </a:xfrm>
            <a:custGeom>
              <a:rect b="b" l="l" r="r" t="t"/>
              <a:pathLst>
                <a:path extrusionOk="0" h="254" w="12719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14"/>
            <p:cNvSpPr/>
            <p:nvPr/>
          </p:nvSpPr>
          <p:spPr>
            <a:xfrm>
              <a:off x="309560" y="2832897"/>
              <a:ext cx="688786" cy="12043"/>
            </a:xfrm>
            <a:custGeom>
              <a:rect b="b" l="l" r="r" t="t"/>
              <a:pathLst>
                <a:path extrusionOk="0" h="215" w="12297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14"/>
            <p:cNvSpPr/>
            <p:nvPr/>
          </p:nvSpPr>
          <p:spPr>
            <a:xfrm>
              <a:off x="335773" y="2898038"/>
              <a:ext cx="637086" cy="4537"/>
            </a:xfrm>
            <a:custGeom>
              <a:rect b="b" l="l" r="r" t="t"/>
              <a:pathLst>
                <a:path extrusionOk="0" h="81" w="11374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8" name="Google Shape;1928;p14"/>
          <p:cNvSpPr txBox="1"/>
          <p:nvPr>
            <p:ph type="ctrTitle"/>
          </p:nvPr>
        </p:nvSpPr>
        <p:spPr>
          <a:xfrm>
            <a:off x="568665" y="1653337"/>
            <a:ext cx="4718112" cy="15130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400"/>
              <a:t>Welcome</a:t>
            </a:r>
            <a:r>
              <a:rPr lang="en-US" sz="4400"/>
              <a:t> </a:t>
            </a:r>
            <a:r>
              <a:rPr lang="en-US" sz="4400">
                <a:solidFill>
                  <a:schemeClr val="accent4"/>
                </a:solidFill>
              </a:rPr>
              <a:t>aboard</a:t>
            </a:r>
            <a:endParaRPr sz="3200">
              <a:solidFill>
                <a:schemeClr val="accent4"/>
              </a:solidFill>
            </a:endParaRPr>
          </a:p>
        </p:txBody>
      </p:sp>
      <p:grpSp>
        <p:nvGrpSpPr>
          <p:cNvPr id="1929" name="Google Shape;1929;p14"/>
          <p:cNvGrpSpPr/>
          <p:nvPr/>
        </p:nvGrpSpPr>
        <p:grpSpPr>
          <a:xfrm>
            <a:off x="5595455" y="1632165"/>
            <a:ext cx="2139813" cy="3166205"/>
            <a:chOff x="6600231" y="2294753"/>
            <a:chExt cx="1019784" cy="1508938"/>
          </a:xfrm>
        </p:grpSpPr>
        <p:sp>
          <p:nvSpPr>
            <p:cNvPr id="1930" name="Google Shape;1930;p14"/>
            <p:cNvSpPr/>
            <p:nvPr/>
          </p:nvSpPr>
          <p:spPr>
            <a:xfrm>
              <a:off x="7112239" y="2558628"/>
              <a:ext cx="181327" cy="257087"/>
            </a:xfrm>
            <a:custGeom>
              <a:rect b="b" l="l" r="r" t="t"/>
              <a:pathLst>
                <a:path extrusionOk="0" h="3217" w="2269">
                  <a:moveTo>
                    <a:pt x="1603" y="0"/>
                  </a:moveTo>
                  <a:lnTo>
                    <a:pt x="1" y="215"/>
                  </a:lnTo>
                  <a:lnTo>
                    <a:pt x="1" y="3217"/>
                  </a:lnTo>
                  <a:lnTo>
                    <a:pt x="1561" y="3217"/>
                  </a:lnTo>
                  <a:lnTo>
                    <a:pt x="1561" y="1615"/>
                  </a:lnTo>
                  <a:lnTo>
                    <a:pt x="1788" y="2749"/>
                  </a:lnTo>
                  <a:lnTo>
                    <a:pt x="1615" y="3217"/>
                  </a:lnTo>
                  <a:lnTo>
                    <a:pt x="2269" y="3217"/>
                  </a:lnTo>
                  <a:cubicBezTo>
                    <a:pt x="1977" y="2323"/>
                    <a:pt x="1603" y="0"/>
                    <a:pt x="1603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14"/>
            <p:cNvSpPr/>
            <p:nvPr/>
          </p:nvSpPr>
          <p:spPr>
            <a:xfrm>
              <a:off x="6930995" y="2558628"/>
              <a:ext cx="181327" cy="257087"/>
            </a:xfrm>
            <a:custGeom>
              <a:rect b="b" l="l" r="r" t="t"/>
              <a:pathLst>
                <a:path extrusionOk="0" h="3217" w="2269">
                  <a:moveTo>
                    <a:pt x="667" y="0"/>
                  </a:moveTo>
                  <a:cubicBezTo>
                    <a:pt x="667" y="0"/>
                    <a:pt x="292" y="2323"/>
                    <a:pt x="1" y="3217"/>
                  </a:cubicBezTo>
                  <a:lnTo>
                    <a:pt x="654" y="3217"/>
                  </a:lnTo>
                  <a:lnTo>
                    <a:pt x="481" y="2749"/>
                  </a:lnTo>
                  <a:lnTo>
                    <a:pt x="705" y="1615"/>
                  </a:lnTo>
                  <a:lnTo>
                    <a:pt x="705" y="3217"/>
                  </a:lnTo>
                  <a:lnTo>
                    <a:pt x="2269" y="3217"/>
                  </a:lnTo>
                  <a:lnTo>
                    <a:pt x="2269" y="215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14"/>
            <p:cNvSpPr/>
            <p:nvPr/>
          </p:nvSpPr>
          <p:spPr>
            <a:xfrm>
              <a:off x="6839094" y="3389651"/>
              <a:ext cx="547418" cy="414040"/>
            </a:xfrm>
            <a:custGeom>
              <a:rect b="b" l="l" r="r" t="t"/>
              <a:pathLst>
                <a:path extrusionOk="0" h="5181" w="6850">
                  <a:moveTo>
                    <a:pt x="3419" y="0"/>
                  </a:moveTo>
                  <a:lnTo>
                    <a:pt x="1071" y="93"/>
                  </a:lnTo>
                  <a:cubicBezTo>
                    <a:pt x="1071" y="93"/>
                    <a:pt x="1" y="1775"/>
                    <a:pt x="1109" y="5180"/>
                  </a:cubicBezTo>
                  <a:lnTo>
                    <a:pt x="3153" y="5180"/>
                  </a:lnTo>
                  <a:lnTo>
                    <a:pt x="3153" y="2909"/>
                  </a:lnTo>
                  <a:lnTo>
                    <a:pt x="3698" y="2909"/>
                  </a:lnTo>
                  <a:lnTo>
                    <a:pt x="3698" y="5180"/>
                  </a:lnTo>
                  <a:lnTo>
                    <a:pt x="5741" y="5180"/>
                  </a:lnTo>
                  <a:cubicBezTo>
                    <a:pt x="6850" y="1775"/>
                    <a:pt x="5780" y="93"/>
                    <a:pt x="5780" y="93"/>
                  </a:cubicBezTo>
                  <a:lnTo>
                    <a:pt x="341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14"/>
            <p:cNvSpPr/>
            <p:nvPr/>
          </p:nvSpPr>
          <p:spPr>
            <a:xfrm>
              <a:off x="7046230" y="2775194"/>
              <a:ext cx="133218" cy="649549"/>
            </a:xfrm>
            <a:custGeom>
              <a:rect b="b" l="l" r="r" t="t"/>
              <a:pathLst>
                <a:path extrusionOk="0" h="8128" w="1667">
                  <a:moveTo>
                    <a:pt x="1666" y="1"/>
                  </a:moveTo>
                  <a:lnTo>
                    <a:pt x="0" y="174"/>
                  </a:lnTo>
                  <a:lnTo>
                    <a:pt x="106" y="8128"/>
                  </a:lnTo>
                  <a:lnTo>
                    <a:pt x="1560" y="8128"/>
                  </a:lnTo>
                  <a:lnTo>
                    <a:pt x="166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14"/>
            <p:cNvSpPr/>
            <p:nvPr/>
          </p:nvSpPr>
          <p:spPr>
            <a:xfrm>
              <a:off x="6679106" y="2735797"/>
              <a:ext cx="62014" cy="130102"/>
            </a:xfrm>
            <a:custGeom>
              <a:rect b="b" l="l" r="r" t="t"/>
              <a:pathLst>
                <a:path extrusionOk="0" h="1628" w="776">
                  <a:moveTo>
                    <a:pt x="109" y="0"/>
                  </a:moveTo>
                  <a:lnTo>
                    <a:pt x="0" y="1628"/>
                  </a:lnTo>
                  <a:lnTo>
                    <a:pt x="388" y="1628"/>
                  </a:lnTo>
                  <a:lnTo>
                    <a:pt x="776" y="93"/>
                  </a:lnTo>
                  <a:cubicBezTo>
                    <a:pt x="776" y="93"/>
                    <a:pt x="455" y="80"/>
                    <a:pt x="109" y="0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14"/>
            <p:cNvSpPr/>
            <p:nvPr/>
          </p:nvSpPr>
          <p:spPr>
            <a:xfrm>
              <a:off x="6613017" y="2762009"/>
              <a:ext cx="350108" cy="566278"/>
            </a:xfrm>
            <a:custGeom>
              <a:rect b="b" l="l" r="r" t="t"/>
              <a:pathLst>
                <a:path extrusionOk="0" h="7086" w="4381">
                  <a:moveTo>
                    <a:pt x="4289" y="1"/>
                  </a:moveTo>
                  <a:cubicBezTo>
                    <a:pt x="3985" y="1"/>
                    <a:pt x="2989" y="132"/>
                    <a:pt x="2416" y="1767"/>
                  </a:cubicBezTo>
                  <a:cubicBezTo>
                    <a:pt x="1910" y="3424"/>
                    <a:pt x="1830" y="3770"/>
                    <a:pt x="1830" y="3770"/>
                  </a:cubicBezTo>
                  <a:lnTo>
                    <a:pt x="1068" y="1806"/>
                  </a:lnTo>
                  <a:cubicBezTo>
                    <a:pt x="1068" y="1806"/>
                    <a:pt x="1337" y="1767"/>
                    <a:pt x="1295" y="1527"/>
                  </a:cubicBezTo>
                  <a:cubicBezTo>
                    <a:pt x="1561" y="1501"/>
                    <a:pt x="1561" y="1325"/>
                    <a:pt x="1468" y="1194"/>
                  </a:cubicBezTo>
                  <a:cubicBezTo>
                    <a:pt x="1590" y="1034"/>
                    <a:pt x="1548" y="886"/>
                    <a:pt x="1350" y="819"/>
                  </a:cubicBezTo>
                  <a:cubicBezTo>
                    <a:pt x="1161" y="765"/>
                    <a:pt x="936" y="726"/>
                    <a:pt x="936" y="726"/>
                  </a:cubicBezTo>
                  <a:cubicBezTo>
                    <a:pt x="936" y="726"/>
                    <a:pt x="1148" y="604"/>
                    <a:pt x="1270" y="592"/>
                  </a:cubicBezTo>
                  <a:cubicBezTo>
                    <a:pt x="1388" y="579"/>
                    <a:pt x="1603" y="604"/>
                    <a:pt x="1641" y="460"/>
                  </a:cubicBezTo>
                  <a:cubicBezTo>
                    <a:pt x="1665" y="340"/>
                    <a:pt x="1338" y="309"/>
                    <a:pt x="1087" y="309"/>
                  </a:cubicBezTo>
                  <a:cubicBezTo>
                    <a:pt x="1031" y="309"/>
                    <a:pt x="980" y="311"/>
                    <a:pt x="936" y="313"/>
                  </a:cubicBezTo>
                  <a:cubicBezTo>
                    <a:pt x="696" y="326"/>
                    <a:pt x="401" y="524"/>
                    <a:pt x="216" y="752"/>
                  </a:cubicBezTo>
                  <a:cubicBezTo>
                    <a:pt x="14" y="966"/>
                    <a:pt x="1" y="1514"/>
                    <a:pt x="81" y="1847"/>
                  </a:cubicBezTo>
                  <a:cubicBezTo>
                    <a:pt x="148" y="2181"/>
                    <a:pt x="802" y="5785"/>
                    <a:pt x="975" y="6265"/>
                  </a:cubicBezTo>
                  <a:cubicBezTo>
                    <a:pt x="1135" y="6680"/>
                    <a:pt x="1446" y="7085"/>
                    <a:pt x="1915" y="7085"/>
                  </a:cubicBezTo>
                  <a:cubicBezTo>
                    <a:pt x="1990" y="7085"/>
                    <a:pt x="2068" y="7075"/>
                    <a:pt x="2150" y="7053"/>
                  </a:cubicBezTo>
                  <a:cubicBezTo>
                    <a:pt x="2750" y="6906"/>
                    <a:pt x="3083" y="5772"/>
                    <a:pt x="3243" y="5371"/>
                  </a:cubicBezTo>
                  <a:cubicBezTo>
                    <a:pt x="3419" y="4984"/>
                    <a:pt x="3993" y="3504"/>
                    <a:pt x="3993" y="3504"/>
                  </a:cubicBezTo>
                  <a:lnTo>
                    <a:pt x="4380" y="5"/>
                  </a:lnTo>
                  <a:cubicBezTo>
                    <a:pt x="4380" y="5"/>
                    <a:pt x="4347" y="1"/>
                    <a:pt x="4289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14"/>
            <p:cNvSpPr/>
            <p:nvPr/>
          </p:nvSpPr>
          <p:spPr>
            <a:xfrm>
              <a:off x="6776121" y="2762009"/>
              <a:ext cx="187001" cy="345073"/>
            </a:xfrm>
            <a:custGeom>
              <a:rect b="b" l="l" r="r" t="t"/>
              <a:pathLst>
                <a:path extrusionOk="0" h="4318" w="2340">
                  <a:moveTo>
                    <a:pt x="2248" y="1"/>
                  </a:moveTo>
                  <a:cubicBezTo>
                    <a:pt x="1944" y="1"/>
                    <a:pt x="948" y="132"/>
                    <a:pt x="375" y="1767"/>
                  </a:cubicBezTo>
                  <a:cubicBezTo>
                    <a:pt x="202" y="2328"/>
                    <a:pt x="81" y="2728"/>
                    <a:pt x="1" y="3023"/>
                  </a:cubicBezTo>
                  <a:cubicBezTo>
                    <a:pt x="363" y="3154"/>
                    <a:pt x="1244" y="3555"/>
                    <a:pt x="1631" y="4317"/>
                  </a:cubicBezTo>
                  <a:cubicBezTo>
                    <a:pt x="1804" y="3888"/>
                    <a:pt x="1952" y="3504"/>
                    <a:pt x="1952" y="3504"/>
                  </a:cubicBezTo>
                  <a:lnTo>
                    <a:pt x="2339" y="5"/>
                  </a:lnTo>
                  <a:cubicBezTo>
                    <a:pt x="2339" y="5"/>
                    <a:pt x="2306" y="1"/>
                    <a:pt x="2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14"/>
            <p:cNvSpPr/>
            <p:nvPr/>
          </p:nvSpPr>
          <p:spPr>
            <a:xfrm>
              <a:off x="6694210" y="3254198"/>
              <a:ext cx="108844" cy="74001"/>
            </a:xfrm>
            <a:custGeom>
              <a:rect b="b" l="l" r="r" t="t"/>
              <a:pathLst>
                <a:path extrusionOk="0" h="926" w="1362">
                  <a:moveTo>
                    <a:pt x="519" y="0"/>
                  </a:moveTo>
                  <a:cubicBezTo>
                    <a:pt x="321" y="0"/>
                    <a:pt x="132" y="68"/>
                    <a:pt x="0" y="186"/>
                  </a:cubicBezTo>
                  <a:cubicBezTo>
                    <a:pt x="160" y="576"/>
                    <a:pt x="457" y="925"/>
                    <a:pt x="899" y="925"/>
                  </a:cubicBezTo>
                  <a:cubicBezTo>
                    <a:pt x="974" y="925"/>
                    <a:pt x="1052" y="915"/>
                    <a:pt x="1134" y="894"/>
                  </a:cubicBezTo>
                  <a:cubicBezTo>
                    <a:pt x="1215" y="881"/>
                    <a:pt x="1282" y="840"/>
                    <a:pt x="1362" y="788"/>
                  </a:cubicBezTo>
                  <a:cubicBezTo>
                    <a:pt x="1333" y="346"/>
                    <a:pt x="961" y="0"/>
                    <a:pt x="519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14"/>
            <p:cNvSpPr/>
            <p:nvPr/>
          </p:nvSpPr>
          <p:spPr>
            <a:xfrm>
              <a:off x="6776121" y="2959795"/>
              <a:ext cx="151679" cy="147283"/>
            </a:xfrm>
            <a:custGeom>
              <a:rect b="b" l="l" r="r" t="t"/>
              <a:pathLst>
                <a:path extrusionOk="0" h="1843" w="1898">
                  <a:moveTo>
                    <a:pt x="161" y="0"/>
                  </a:moveTo>
                  <a:cubicBezTo>
                    <a:pt x="97" y="212"/>
                    <a:pt x="42" y="401"/>
                    <a:pt x="1" y="548"/>
                  </a:cubicBezTo>
                  <a:cubicBezTo>
                    <a:pt x="363" y="679"/>
                    <a:pt x="1244" y="1080"/>
                    <a:pt x="1631" y="1842"/>
                  </a:cubicBezTo>
                  <a:cubicBezTo>
                    <a:pt x="1737" y="1560"/>
                    <a:pt x="1843" y="1307"/>
                    <a:pt x="1897" y="1147"/>
                  </a:cubicBezTo>
                  <a:cubicBezTo>
                    <a:pt x="1378" y="452"/>
                    <a:pt x="561" y="132"/>
                    <a:pt x="161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14"/>
            <p:cNvSpPr/>
            <p:nvPr/>
          </p:nvSpPr>
          <p:spPr>
            <a:xfrm>
              <a:off x="6871139" y="2762408"/>
              <a:ext cx="218647" cy="696699"/>
            </a:xfrm>
            <a:custGeom>
              <a:rect b="b" l="l" r="r" t="t"/>
              <a:pathLst>
                <a:path extrusionOk="0" h="8718" w="2736">
                  <a:moveTo>
                    <a:pt x="1150" y="0"/>
                  </a:moveTo>
                  <a:cubicBezTo>
                    <a:pt x="442" y="2550"/>
                    <a:pt x="0" y="3819"/>
                    <a:pt x="830" y="4645"/>
                  </a:cubicBezTo>
                  <a:lnTo>
                    <a:pt x="349" y="8410"/>
                  </a:lnTo>
                  <a:cubicBezTo>
                    <a:pt x="349" y="8410"/>
                    <a:pt x="763" y="8717"/>
                    <a:pt x="2736" y="8717"/>
                  </a:cubicBezTo>
                  <a:lnTo>
                    <a:pt x="2736" y="894"/>
                  </a:lnTo>
                  <a:lnTo>
                    <a:pt x="1816" y="199"/>
                  </a:lnTo>
                  <a:cubicBezTo>
                    <a:pt x="1816" y="199"/>
                    <a:pt x="1403" y="55"/>
                    <a:pt x="115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14"/>
            <p:cNvSpPr/>
            <p:nvPr/>
          </p:nvSpPr>
          <p:spPr>
            <a:xfrm>
              <a:off x="6910537" y="2762408"/>
              <a:ext cx="179249" cy="215611"/>
            </a:xfrm>
            <a:custGeom>
              <a:rect b="b" l="l" r="r" t="t"/>
              <a:pathLst>
                <a:path extrusionOk="0" h="2698" w="2243">
                  <a:moveTo>
                    <a:pt x="657" y="0"/>
                  </a:moveTo>
                  <a:cubicBezTo>
                    <a:pt x="375" y="1000"/>
                    <a:pt x="148" y="1788"/>
                    <a:pt x="0" y="2441"/>
                  </a:cubicBezTo>
                  <a:cubicBezTo>
                    <a:pt x="801" y="2602"/>
                    <a:pt x="1778" y="2669"/>
                    <a:pt x="2243" y="2698"/>
                  </a:cubicBezTo>
                  <a:lnTo>
                    <a:pt x="2243" y="894"/>
                  </a:lnTo>
                  <a:lnTo>
                    <a:pt x="1323" y="199"/>
                  </a:lnTo>
                  <a:cubicBezTo>
                    <a:pt x="1323" y="199"/>
                    <a:pt x="910" y="55"/>
                    <a:pt x="65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14"/>
            <p:cNvSpPr/>
            <p:nvPr/>
          </p:nvSpPr>
          <p:spPr>
            <a:xfrm>
              <a:off x="6932033" y="3133608"/>
              <a:ext cx="127065" cy="42834"/>
            </a:xfrm>
            <a:custGeom>
              <a:rect b="b" l="l" r="r" t="t"/>
              <a:pathLst>
                <a:path extrusionOk="0" h="536" w="1590">
                  <a:moveTo>
                    <a:pt x="68" y="0"/>
                  </a:moveTo>
                  <a:cubicBezTo>
                    <a:pt x="39" y="186"/>
                    <a:pt x="26" y="359"/>
                    <a:pt x="1" y="535"/>
                  </a:cubicBezTo>
                  <a:cubicBezTo>
                    <a:pt x="814" y="414"/>
                    <a:pt x="1589" y="106"/>
                    <a:pt x="1253" y="106"/>
                  </a:cubicBezTo>
                  <a:cubicBezTo>
                    <a:pt x="840" y="106"/>
                    <a:pt x="68" y="0"/>
                    <a:pt x="6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14"/>
            <p:cNvSpPr/>
            <p:nvPr/>
          </p:nvSpPr>
          <p:spPr>
            <a:xfrm>
              <a:off x="6910537" y="3270020"/>
              <a:ext cx="118594" cy="70485"/>
            </a:xfrm>
            <a:custGeom>
              <a:rect b="b" l="l" r="r" t="t"/>
              <a:pathLst>
                <a:path extrusionOk="0" h="882" w="1484">
                  <a:moveTo>
                    <a:pt x="1243" y="1"/>
                  </a:moveTo>
                  <a:cubicBezTo>
                    <a:pt x="856" y="241"/>
                    <a:pt x="362" y="321"/>
                    <a:pt x="68" y="350"/>
                  </a:cubicBezTo>
                  <a:cubicBezTo>
                    <a:pt x="42" y="549"/>
                    <a:pt x="29" y="722"/>
                    <a:pt x="0" y="882"/>
                  </a:cubicBezTo>
                  <a:cubicBezTo>
                    <a:pt x="763" y="844"/>
                    <a:pt x="1484" y="510"/>
                    <a:pt x="1484" y="510"/>
                  </a:cubicBezTo>
                  <a:lnTo>
                    <a:pt x="124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14"/>
            <p:cNvSpPr/>
            <p:nvPr/>
          </p:nvSpPr>
          <p:spPr>
            <a:xfrm>
              <a:off x="6899029" y="3397003"/>
              <a:ext cx="190757" cy="62094"/>
            </a:xfrm>
            <a:custGeom>
              <a:rect b="b" l="l" r="r" t="t"/>
              <a:pathLst>
                <a:path extrusionOk="0" h="777" w="2387">
                  <a:moveTo>
                    <a:pt x="52" y="1"/>
                  </a:moveTo>
                  <a:lnTo>
                    <a:pt x="0" y="469"/>
                  </a:lnTo>
                  <a:cubicBezTo>
                    <a:pt x="0" y="469"/>
                    <a:pt x="414" y="776"/>
                    <a:pt x="2387" y="776"/>
                  </a:cubicBezTo>
                  <a:lnTo>
                    <a:pt x="2387" y="347"/>
                  </a:lnTo>
                  <a:cubicBezTo>
                    <a:pt x="2317" y="350"/>
                    <a:pt x="2225" y="353"/>
                    <a:pt x="2114" y="353"/>
                  </a:cubicBezTo>
                  <a:cubicBezTo>
                    <a:pt x="1661" y="353"/>
                    <a:pt x="899" y="302"/>
                    <a:pt x="5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14"/>
            <p:cNvSpPr/>
            <p:nvPr/>
          </p:nvSpPr>
          <p:spPr>
            <a:xfrm>
              <a:off x="6657849" y="2906253"/>
              <a:ext cx="40517" cy="47230"/>
            </a:xfrm>
            <a:custGeom>
              <a:rect b="b" l="l" r="r" t="t"/>
              <a:pathLst>
                <a:path extrusionOk="0" h="591" w="507">
                  <a:moveTo>
                    <a:pt x="507" y="1"/>
                  </a:moveTo>
                  <a:lnTo>
                    <a:pt x="119" y="55"/>
                  </a:lnTo>
                  <a:cubicBezTo>
                    <a:pt x="119" y="55"/>
                    <a:pt x="1" y="590"/>
                    <a:pt x="228" y="590"/>
                  </a:cubicBezTo>
                  <a:cubicBezTo>
                    <a:pt x="230" y="590"/>
                    <a:pt x="232" y="590"/>
                    <a:pt x="235" y="590"/>
                  </a:cubicBezTo>
                  <a:cubicBezTo>
                    <a:pt x="441" y="590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14"/>
            <p:cNvSpPr/>
            <p:nvPr/>
          </p:nvSpPr>
          <p:spPr>
            <a:xfrm>
              <a:off x="7484479" y="2735797"/>
              <a:ext cx="62094" cy="130102"/>
            </a:xfrm>
            <a:custGeom>
              <a:rect b="b" l="l" r="r" t="t"/>
              <a:pathLst>
                <a:path extrusionOk="0" h="1628" w="777">
                  <a:moveTo>
                    <a:pt x="654" y="0"/>
                  </a:moveTo>
                  <a:cubicBezTo>
                    <a:pt x="321" y="80"/>
                    <a:pt x="1" y="93"/>
                    <a:pt x="1" y="93"/>
                  </a:cubicBezTo>
                  <a:lnTo>
                    <a:pt x="388" y="1628"/>
                  </a:lnTo>
                  <a:lnTo>
                    <a:pt x="776" y="1628"/>
                  </a:lnTo>
                  <a:lnTo>
                    <a:pt x="654" y="0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14"/>
            <p:cNvSpPr/>
            <p:nvPr/>
          </p:nvSpPr>
          <p:spPr>
            <a:xfrm>
              <a:off x="7262558" y="2762009"/>
              <a:ext cx="350028" cy="566278"/>
            </a:xfrm>
            <a:custGeom>
              <a:rect b="b" l="l" r="r" t="t"/>
              <a:pathLst>
                <a:path extrusionOk="0" h="7086" w="4380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961" y="4984"/>
                    <a:pt x="1138" y="5371"/>
                  </a:cubicBezTo>
                  <a:cubicBezTo>
                    <a:pt x="1298" y="5772"/>
                    <a:pt x="1631" y="6906"/>
                    <a:pt x="2230" y="7053"/>
                  </a:cubicBezTo>
                  <a:cubicBezTo>
                    <a:pt x="2312" y="7075"/>
                    <a:pt x="2391" y="7085"/>
                    <a:pt x="2465" y="7085"/>
                  </a:cubicBezTo>
                  <a:cubicBezTo>
                    <a:pt x="2934" y="7085"/>
                    <a:pt x="3245" y="6680"/>
                    <a:pt x="3406" y="6265"/>
                  </a:cubicBezTo>
                  <a:cubicBezTo>
                    <a:pt x="3579" y="5785"/>
                    <a:pt x="4232" y="2181"/>
                    <a:pt x="4299" y="1847"/>
                  </a:cubicBezTo>
                  <a:cubicBezTo>
                    <a:pt x="4380" y="1514"/>
                    <a:pt x="4367" y="966"/>
                    <a:pt x="4165" y="752"/>
                  </a:cubicBezTo>
                  <a:cubicBezTo>
                    <a:pt x="3966" y="524"/>
                    <a:pt x="3684" y="326"/>
                    <a:pt x="3444" y="313"/>
                  </a:cubicBezTo>
                  <a:cubicBezTo>
                    <a:pt x="3401" y="311"/>
                    <a:pt x="3349" y="309"/>
                    <a:pt x="3294" y="309"/>
                  </a:cubicBezTo>
                  <a:cubicBezTo>
                    <a:pt x="3043" y="309"/>
                    <a:pt x="2716" y="340"/>
                    <a:pt x="2739" y="460"/>
                  </a:cubicBezTo>
                  <a:cubicBezTo>
                    <a:pt x="2765" y="604"/>
                    <a:pt x="2992" y="579"/>
                    <a:pt x="3111" y="592"/>
                  </a:cubicBezTo>
                  <a:cubicBezTo>
                    <a:pt x="3233" y="604"/>
                    <a:pt x="3444" y="726"/>
                    <a:pt x="3444" y="726"/>
                  </a:cubicBezTo>
                  <a:cubicBezTo>
                    <a:pt x="3444" y="726"/>
                    <a:pt x="3220" y="765"/>
                    <a:pt x="3018" y="819"/>
                  </a:cubicBezTo>
                  <a:cubicBezTo>
                    <a:pt x="2832" y="886"/>
                    <a:pt x="2778" y="1034"/>
                    <a:pt x="2900" y="1194"/>
                  </a:cubicBezTo>
                  <a:cubicBezTo>
                    <a:pt x="2819" y="1325"/>
                    <a:pt x="2819" y="1501"/>
                    <a:pt x="3085" y="1527"/>
                  </a:cubicBezTo>
                  <a:cubicBezTo>
                    <a:pt x="3044" y="1767"/>
                    <a:pt x="3313" y="1806"/>
                    <a:pt x="3313" y="1806"/>
                  </a:cubicBezTo>
                  <a:lnTo>
                    <a:pt x="2538" y="3770"/>
                  </a:lnTo>
                  <a:cubicBezTo>
                    <a:pt x="2538" y="3770"/>
                    <a:pt x="2470" y="3424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14"/>
            <p:cNvSpPr/>
            <p:nvPr/>
          </p:nvSpPr>
          <p:spPr>
            <a:xfrm>
              <a:off x="7262558" y="2762009"/>
              <a:ext cx="186921" cy="345073"/>
            </a:xfrm>
            <a:custGeom>
              <a:rect b="b" l="l" r="r" t="t"/>
              <a:pathLst>
                <a:path extrusionOk="0" h="4318" w="2339">
                  <a:moveTo>
                    <a:pt x="91" y="1"/>
                  </a:moveTo>
                  <a:cubicBezTo>
                    <a:pt x="33" y="1"/>
                    <a:pt x="0" y="5"/>
                    <a:pt x="0" y="5"/>
                  </a:cubicBezTo>
                  <a:lnTo>
                    <a:pt x="388" y="3504"/>
                  </a:lnTo>
                  <a:cubicBezTo>
                    <a:pt x="388" y="3504"/>
                    <a:pt x="535" y="3888"/>
                    <a:pt x="708" y="4317"/>
                  </a:cubicBezTo>
                  <a:cubicBezTo>
                    <a:pt x="1096" y="3555"/>
                    <a:pt x="1977" y="3154"/>
                    <a:pt x="2339" y="3023"/>
                  </a:cubicBezTo>
                  <a:cubicBezTo>
                    <a:pt x="2259" y="2728"/>
                    <a:pt x="2124" y="2328"/>
                    <a:pt x="1964" y="1767"/>
                  </a:cubicBezTo>
                  <a:cubicBezTo>
                    <a:pt x="1391" y="132"/>
                    <a:pt x="396" y="1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14"/>
            <p:cNvSpPr/>
            <p:nvPr/>
          </p:nvSpPr>
          <p:spPr>
            <a:xfrm>
              <a:off x="7422545" y="3254198"/>
              <a:ext cx="108924" cy="74001"/>
            </a:xfrm>
            <a:custGeom>
              <a:rect b="b" l="l" r="r" t="t"/>
              <a:pathLst>
                <a:path extrusionOk="0" h="926" w="1363">
                  <a:moveTo>
                    <a:pt x="843" y="0"/>
                  </a:moveTo>
                  <a:cubicBezTo>
                    <a:pt x="388" y="0"/>
                    <a:pt x="29" y="346"/>
                    <a:pt x="1" y="788"/>
                  </a:cubicBezTo>
                  <a:cubicBezTo>
                    <a:pt x="68" y="840"/>
                    <a:pt x="148" y="881"/>
                    <a:pt x="228" y="894"/>
                  </a:cubicBezTo>
                  <a:cubicBezTo>
                    <a:pt x="309" y="915"/>
                    <a:pt x="386" y="925"/>
                    <a:pt x="459" y="925"/>
                  </a:cubicBezTo>
                  <a:cubicBezTo>
                    <a:pt x="896" y="925"/>
                    <a:pt x="1203" y="576"/>
                    <a:pt x="1362" y="186"/>
                  </a:cubicBezTo>
                  <a:cubicBezTo>
                    <a:pt x="1218" y="68"/>
                    <a:pt x="1042" y="0"/>
                    <a:pt x="843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14"/>
            <p:cNvSpPr/>
            <p:nvPr/>
          </p:nvSpPr>
          <p:spPr>
            <a:xfrm>
              <a:off x="7297879" y="2959795"/>
              <a:ext cx="151599" cy="147283"/>
            </a:xfrm>
            <a:custGeom>
              <a:rect b="b" l="l" r="r" t="t"/>
              <a:pathLst>
                <a:path extrusionOk="0" h="1843" w="1897">
                  <a:moveTo>
                    <a:pt x="1737" y="0"/>
                  </a:moveTo>
                  <a:cubicBezTo>
                    <a:pt x="1320" y="132"/>
                    <a:pt x="519" y="452"/>
                    <a:pt x="0" y="1147"/>
                  </a:cubicBezTo>
                  <a:cubicBezTo>
                    <a:pt x="55" y="1307"/>
                    <a:pt x="161" y="1560"/>
                    <a:pt x="266" y="1842"/>
                  </a:cubicBezTo>
                  <a:cubicBezTo>
                    <a:pt x="654" y="1080"/>
                    <a:pt x="1535" y="679"/>
                    <a:pt x="1897" y="548"/>
                  </a:cubicBezTo>
                  <a:cubicBezTo>
                    <a:pt x="1855" y="401"/>
                    <a:pt x="1801" y="212"/>
                    <a:pt x="1737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14"/>
            <p:cNvSpPr/>
            <p:nvPr/>
          </p:nvSpPr>
          <p:spPr>
            <a:xfrm>
              <a:off x="7135814" y="2762408"/>
              <a:ext cx="218727" cy="696699"/>
            </a:xfrm>
            <a:custGeom>
              <a:rect b="b" l="l" r="r" t="t"/>
              <a:pathLst>
                <a:path extrusionOk="0" h="8718" w="2737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8717"/>
                  </a:lnTo>
                  <a:cubicBezTo>
                    <a:pt x="1974" y="8717"/>
                    <a:pt x="2387" y="8410"/>
                    <a:pt x="2387" y="8410"/>
                  </a:cubicBezTo>
                  <a:lnTo>
                    <a:pt x="1907" y="4645"/>
                  </a:lnTo>
                  <a:cubicBezTo>
                    <a:pt x="2736" y="3819"/>
                    <a:pt x="2294" y="2550"/>
                    <a:pt x="1586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14"/>
            <p:cNvSpPr/>
            <p:nvPr/>
          </p:nvSpPr>
          <p:spPr>
            <a:xfrm>
              <a:off x="7135814" y="2762408"/>
              <a:ext cx="177971" cy="215611"/>
            </a:xfrm>
            <a:custGeom>
              <a:rect b="b" l="l" r="r" t="t"/>
              <a:pathLst>
                <a:path extrusionOk="0" h="2698" w="2227">
                  <a:moveTo>
                    <a:pt x="1586" y="0"/>
                  </a:moveTo>
                  <a:cubicBezTo>
                    <a:pt x="1333" y="55"/>
                    <a:pt x="920" y="199"/>
                    <a:pt x="920" y="199"/>
                  </a:cubicBezTo>
                  <a:lnTo>
                    <a:pt x="1" y="894"/>
                  </a:lnTo>
                  <a:lnTo>
                    <a:pt x="1" y="2698"/>
                  </a:lnTo>
                  <a:cubicBezTo>
                    <a:pt x="465" y="2669"/>
                    <a:pt x="1442" y="2602"/>
                    <a:pt x="2227" y="2441"/>
                  </a:cubicBezTo>
                  <a:cubicBezTo>
                    <a:pt x="2096" y="1788"/>
                    <a:pt x="1868" y="1000"/>
                    <a:pt x="158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14"/>
            <p:cNvSpPr/>
            <p:nvPr/>
          </p:nvSpPr>
          <p:spPr>
            <a:xfrm>
              <a:off x="6955368" y="2294753"/>
              <a:ext cx="324375" cy="163586"/>
            </a:xfrm>
            <a:custGeom>
              <a:rect b="b" l="l" r="r" t="t"/>
              <a:pathLst>
                <a:path extrusionOk="0" h="2047" w="4059">
                  <a:moveTo>
                    <a:pt x="1862" y="1"/>
                  </a:moveTo>
                  <a:cubicBezTo>
                    <a:pt x="1605" y="1"/>
                    <a:pt x="1321" y="37"/>
                    <a:pt x="1028" y="140"/>
                  </a:cubicBezTo>
                  <a:cubicBezTo>
                    <a:pt x="0" y="512"/>
                    <a:pt x="67" y="1435"/>
                    <a:pt x="147" y="1874"/>
                  </a:cubicBezTo>
                  <a:lnTo>
                    <a:pt x="1964" y="2047"/>
                  </a:lnTo>
                  <a:lnTo>
                    <a:pt x="3819" y="1915"/>
                  </a:lnTo>
                  <a:cubicBezTo>
                    <a:pt x="3819" y="1915"/>
                    <a:pt x="4059" y="900"/>
                    <a:pt x="3325" y="406"/>
                  </a:cubicBezTo>
                  <a:cubicBezTo>
                    <a:pt x="3467" y="358"/>
                    <a:pt x="3467" y="317"/>
                    <a:pt x="3349" y="317"/>
                  </a:cubicBezTo>
                  <a:cubicBezTo>
                    <a:pt x="3302" y="317"/>
                    <a:pt x="3236" y="323"/>
                    <a:pt x="3152" y="339"/>
                  </a:cubicBezTo>
                  <a:cubicBezTo>
                    <a:pt x="3119" y="152"/>
                    <a:pt x="3076" y="86"/>
                    <a:pt x="3041" y="86"/>
                  </a:cubicBezTo>
                  <a:cubicBezTo>
                    <a:pt x="3006" y="86"/>
                    <a:pt x="2979" y="153"/>
                    <a:pt x="2979" y="233"/>
                  </a:cubicBezTo>
                  <a:cubicBezTo>
                    <a:pt x="2979" y="233"/>
                    <a:pt x="2507" y="1"/>
                    <a:pt x="1862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14"/>
            <p:cNvSpPr/>
            <p:nvPr/>
          </p:nvSpPr>
          <p:spPr>
            <a:xfrm>
              <a:off x="7143246" y="2716298"/>
              <a:ext cx="58738" cy="49228"/>
            </a:xfrm>
            <a:custGeom>
              <a:rect b="b" l="l" r="r" t="t"/>
              <a:pathLst>
                <a:path extrusionOk="0" h="616" w="735">
                  <a:moveTo>
                    <a:pt x="147" y="0"/>
                  </a:moveTo>
                  <a:cubicBezTo>
                    <a:pt x="60" y="0"/>
                    <a:pt x="0" y="4"/>
                    <a:pt x="0" y="4"/>
                  </a:cubicBezTo>
                  <a:lnTo>
                    <a:pt x="161" y="616"/>
                  </a:lnTo>
                  <a:cubicBezTo>
                    <a:pt x="161" y="616"/>
                    <a:pt x="708" y="430"/>
                    <a:pt x="734" y="84"/>
                  </a:cubicBezTo>
                  <a:cubicBezTo>
                    <a:pt x="577" y="13"/>
                    <a:pt x="312" y="0"/>
                    <a:pt x="147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14"/>
            <p:cNvSpPr/>
            <p:nvPr/>
          </p:nvSpPr>
          <p:spPr>
            <a:xfrm>
              <a:off x="7023695" y="2716298"/>
              <a:ext cx="58658" cy="49228"/>
            </a:xfrm>
            <a:custGeom>
              <a:rect b="b" l="l" r="r" t="t"/>
              <a:pathLst>
                <a:path extrusionOk="0" h="616" w="734">
                  <a:moveTo>
                    <a:pt x="588" y="0"/>
                  </a:moveTo>
                  <a:cubicBezTo>
                    <a:pt x="423" y="0"/>
                    <a:pt x="157" y="13"/>
                    <a:pt x="0" y="84"/>
                  </a:cubicBezTo>
                  <a:cubicBezTo>
                    <a:pt x="13" y="430"/>
                    <a:pt x="574" y="616"/>
                    <a:pt x="574" y="616"/>
                  </a:cubicBezTo>
                  <a:lnTo>
                    <a:pt x="734" y="4"/>
                  </a:lnTo>
                  <a:cubicBezTo>
                    <a:pt x="734" y="4"/>
                    <a:pt x="675" y="0"/>
                    <a:pt x="588" y="0"/>
                  </a:cubicBezTo>
                  <a:close/>
                </a:path>
              </a:pathLst>
            </a:custGeom>
            <a:solidFill>
              <a:srgbClr val="CD06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14"/>
            <p:cNvSpPr/>
            <p:nvPr/>
          </p:nvSpPr>
          <p:spPr>
            <a:xfrm>
              <a:off x="7022656" y="2665393"/>
              <a:ext cx="179329" cy="162148"/>
            </a:xfrm>
            <a:custGeom>
              <a:rect b="b" l="l" r="r" t="t"/>
              <a:pathLst>
                <a:path extrusionOk="0" h="2029" w="2244">
                  <a:moveTo>
                    <a:pt x="536" y="0"/>
                  </a:moveTo>
                  <a:cubicBezTo>
                    <a:pt x="536" y="0"/>
                    <a:pt x="628" y="1442"/>
                    <a:pt x="1" y="1602"/>
                  </a:cubicBezTo>
                  <a:cubicBezTo>
                    <a:pt x="641" y="2028"/>
                    <a:pt x="840" y="2028"/>
                    <a:pt x="1122" y="2028"/>
                  </a:cubicBezTo>
                  <a:cubicBezTo>
                    <a:pt x="1401" y="2028"/>
                    <a:pt x="1602" y="2028"/>
                    <a:pt x="2243" y="1602"/>
                  </a:cubicBezTo>
                  <a:cubicBezTo>
                    <a:pt x="1615" y="1442"/>
                    <a:pt x="1695" y="0"/>
                    <a:pt x="1695" y="0"/>
                  </a:cubicBezTo>
                  <a:lnTo>
                    <a:pt x="1695" y="0"/>
                  </a:lnTo>
                  <a:lnTo>
                    <a:pt x="1122" y="80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14"/>
            <p:cNvSpPr/>
            <p:nvPr/>
          </p:nvSpPr>
          <p:spPr>
            <a:xfrm>
              <a:off x="6920286" y="2468006"/>
              <a:ext cx="103490" cy="139132"/>
            </a:xfrm>
            <a:custGeom>
              <a:rect b="b" l="l" r="r" t="t"/>
              <a:pathLst>
                <a:path extrusionOk="0" h="1741" w="1295">
                  <a:moveTo>
                    <a:pt x="839" y="0"/>
                  </a:moveTo>
                  <a:cubicBezTo>
                    <a:pt x="839" y="0"/>
                    <a:pt x="186" y="135"/>
                    <a:pt x="93" y="295"/>
                  </a:cubicBezTo>
                  <a:cubicBezTo>
                    <a:pt x="0" y="439"/>
                    <a:pt x="80" y="1282"/>
                    <a:pt x="295" y="1535"/>
                  </a:cubicBezTo>
                  <a:cubicBezTo>
                    <a:pt x="445" y="1715"/>
                    <a:pt x="888" y="1741"/>
                    <a:pt x="1131" y="1741"/>
                  </a:cubicBezTo>
                  <a:cubicBezTo>
                    <a:pt x="1229" y="1741"/>
                    <a:pt x="1294" y="1737"/>
                    <a:pt x="1294" y="1737"/>
                  </a:cubicBezTo>
                  <a:lnTo>
                    <a:pt x="10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14"/>
            <p:cNvSpPr/>
            <p:nvPr/>
          </p:nvSpPr>
          <p:spPr>
            <a:xfrm>
              <a:off x="6920286" y="2480792"/>
              <a:ext cx="39478" cy="120672"/>
            </a:xfrm>
            <a:custGeom>
              <a:rect b="b" l="l" r="r" t="t"/>
              <a:pathLst>
                <a:path extrusionOk="0" h="1510" w="494">
                  <a:moveTo>
                    <a:pt x="295" y="0"/>
                  </a:moveTo>
                  <a:cubicBezTo>
                    <a:pt x="199" y="39"/>
                    <a:pt x="119" y="81"/>
                    <a:pt x="93" y="135"/>
                  </a:cubicBezTo>
                  <a:cubicBezTo>
                    <a:pt x="0" y="279"/>
                    <a:pt x="80" y="1122"/>
                    <a:pt x="295" y="1375"/>
                  </a:cubicBezTo>
                  <a:cubicBezTo>
                    <a:pt x="333" y="1429"/>
                    <a:pt x="413" y="1468"/>
                    <a:pt x="494" y="1509"/>
                  </a:cubicBezTo>
                  <a:cubicBezTo>
                    <a:pt x="333" y="1000"/>
                    <a:pt x="295" y="321"/>
                    <a:pt x="29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14"/>
            <p:cNvSpPr/>
            <p:nvPr/>
          </p:nvSpPr>
          <p:spPr>
            <a:xfrm>
              <a:off x="6953291" y="2468006"/>
              <a:ext cx="70485" cy="139851"/>
            </a:xfrm>
            <a:custGeom>
              <a:rect b="b" l="l" r="r" t="t"/>
              <a:pathLst>
                <a:path extrusionOk="0" h="1750" w="882">
                  <a:moveTo>
                    <a:pt x="426" y="0"/>
                  </a:moveTo>
                  <a:cubicBezTo>
                    <a:pt x="426" y="0"/>
                    <a:pt x="202" y="55"/>
                    <a:pt x="0" y="119"/>
                  </a:cubicBezTo>
                  <a:cubicBezTo>
                    <a:pt x="0" y="359"/>
                    <a:pt x="42" y="1134"/>
                    <a:pt x="253" y="1269"/>
                  </a:cubicBezTo>
                  <a:cubicBezTo>
                    <a:pt x="419" y="1390"/>
                    <a:pt x="520" y="1401"/>
                    <a:pt x="551" y="1401"/>
                  </a:cubicBezTo>
                  <a:cubicBezTo>
                    <a:pt x="558" y="1401"/>
                    <a:pt x="561" y="1400"/>
                    <a:pt x="561" y="1400"/>
                  </a:cubicBezTo>
                  <a:lnTo>
                    <a:pt x="667" y="1749"/>
                  </a:lnTo>
                  <a:cubicBezTo>
                    <a:pt x="788" y="1749"/>
                    <a:pt x="881" y="1737"/>
                    <a:pt x="881" y="1737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14"/>
            <p:cNvSpPr/>
            <p:nvPr/>
          </p:nvSpPr>
          <p:spPr>
            <a:xfrm>
              <a:off x="7201903" y="2468006"/>
              <a:ext cx="103490" cy="139132"/>
            </a:xfrm>
            <a:custGeom>
              <a:rect b="b" l="l" r="r" t="t"/>
              <a:pathLst>
                <a:path extrusionOk="0" h="1741" w="1295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66" y="1741"/>
                    <a:pt x="164" y="1741"/>
                  </a:cubicBezTo>
                  <a:cubicBezTo>
                    <a:pt x="407" y="1741"/>
                    <a:pt x="849" y="1715"/>
                    <a:pt x="1000" y="1535"/>
                  </a:cubicBezTo>
                  <a:cubicBezTo>
                    <a:pt x="1201" y="1282"/>
                    <a:pt x="1294" y="439"/>
                    <a:pt x="1201" y="295"/>
                  </a:cubicBezTo>
                  <a:cubicBezTo>
                    <a:pt x="1108" y="13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14"/>
            <p:cNvSpPr/>
            <p:nvPr/>
          </p:nvSpPr>
          <p:spPr>
            <a:xfrm>
              <a:off x="7265834" y="2480792"/>
              <a:ext cx="39558" cy="120672"/>
            </a:xfrm>
            <a:custGeom>
              <a:rect b="b" l="l" r="r" t="t"/>
              <a:pathLst>
                <a:path extrusionOk="0" h="1510" w="495">
                  <a:moveTo>
                    <a:pt x="200" y="0"/>
                  </a:moveTo>
                  <a:cubicBezTo>
                    <a:pt x="187" y="321"/>
                    <a:pt x="161" y="1000"/>
                    <a:pt x="1" y="1509"/>
                  </a:cubicBezTo>
                  <a:cubicBezTo>
                    <a:pt x="81" y="1468"/>
                    <a:pt x="148" y="1429"/>
                    <a:pt x="200" y="1375"/>
                  </a:cubicBezTo>
                  <a:cubicBezTo>
                    <a:pt x="401" y="1122"/>
                    <a:pt x="494" y="279"/>
                    <a:pt x="401" y="135"/>
                  </a:cubicBezTo>
                  <a:cubicBezTo>
                    <a:pt x="376" y="81"/>
                    <a:pt x="296" y="39"/>
                    <a:pt x="200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14"/>
            <p:cNvSpPr/>
            <p:nvPr/>
          </p:nvSpPr>
          <p:spPr>
            <a:xfrm>
              <a:off x="7201903" y="2468006"/>
              <a:ext cx="70485" cy="139851"/>
            </a:xfrm>
            <a:custGeom>
              <a:rect b="b" l="l" r="r" t="t"/>
              <a:pathLst>
                <a:path extrusionOk="0" h="1750" w="882">
                  <a:moveTo>
                    <a:pt x="215" y="0"/>
                  </a:moveTo>
                  <a:lnTo>
                    <a:pt x="0" y="1737"/>
                  </a:lnTo>
                  <a:cubicBezTo>
                    <a:pt x="0" y="1737"/>
                    <a:pt x="80" y="1749"/>
                    <a:pt x="215" y="1749"/>
                  </a:cubicBezTo>
                  <a:lnTo>
                    <a:pt x="320" y="1400"/>
                  </a:lnTo>
                  <a:cubicBezTo>
                    <a:pt x="320" y="1400"/>
                    <a:pt x="324" y="1401"/>
                    <a:pt x="330" y="1401"/>
                  </a:cubicBezTo>
                  <a:cubicBezTo>
                    <a:pt x="361" y="1401"/>
                    <a:pt x="462" y="1390"/>
                    <a:pt x="628" y="1269"/>
                  </a:cubicBezTo>
                  <a:cubicBezTo>
                    <a:pt x="839" y="1134"/>
                    <a:pt x="868" y="359"/>
                    <a:pt x="881" y="119"/>
                  </a:cubicBezTo>
                  <a:cubicBezTo>
                    <a:pt x="666" y="55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14"/>
            <p:cNvSpPr/>
            <p:nvPr/>
          </p:nvSpPr>
          <p:spPr>
            <a:xfrm>
              <a:off x="7064131" y="2665393"/>
              <a:ext cx="94060" cy="55621"/>
            </a:xfrm>
            <a:custGeom>
              <a:rect b="b" l="l" r="r" t="t"/>
              <a:pathLst>
                <a:path extrusionOk="0" h="696" w="1177">
                  <a:moveTo>
                    <a:pt x="17" y="0"/>
                  </a:moveTo>
                  <a:cubicBezTo>
                    <a:pt x="17" y="0"/>
                    <a:pt x="42" y="321"/>
                    <a:pt x="1" y="679"/>
                  </a:cubicBezTo>
                  <a:cubicBezTo>
                    <a:pt x="79" y="690"/>
                    <a:pt x="152" y="695"/>
                    <a:pt x="222" y="695"/>
                  </a:cubicBezTo>
                  <a:cubicBezTo>
                    <a:pt x="922" y="695"/>
                    <a:pt x="1176" y="186"/>
                    <a:pt x="1176" y="186"/>
                  </a:cubicBezTo>
                  <a:lnTo>
                    <a:pt x="750" y="67"/>
                  </a:lnTo>
                  <a:lnTo>
                    <a:pt x="603" y="8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14"/>
            <p:cNvSpPr/>
            <p:nvPr/>
          </p:nvSpPr>
          <p:spPr>
            <a:xfrm>
              <a:off x="7001399" y="2481831"/>
              <a:ext cx="222803" cy="212334"/>
            </a:xfrm>
            <a:custGeom>
              <a:rect b="b" l="l" r="r" t="t"/>
              <a:pathLst>
                <a:path extrusionOk="0" h="2657" w="2788">
                  <a:moveTo>
                    <a:pt x="1388" y="0"/>
                  </a:moveTo>
                  <a:lnTo>
                    <a:pt x="1" y="266"/>
                  </a:lnTo>
                  <a:cubicBezTo>
                    <a:pt x="1" y="266"/>
                    <a:pt x="65" y="2656"/>
                    <a:pt x="1388" y="2656"/>
                  </a:cubicBezTo>
                  <a:cubicBezTo>
                    <a:pt x="2708" y="2656"/>
                    <a:pt x="2788" y="266"/>
                    <a:pt x="2788" y="266"/>
                  </a:cubicBezTo>
                  <a:lnTo>
                    <a:pt x="1388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14"/>
            <p:cNvSpPr/>
            <p:nvPr/>
          </p:nvSpPr>
          <p:spPr>
            <a:xfrm>
              <a:off x="7002438" y="2522267"/>
              <a:ext cx="220725" cy="59217"/>
            </a:xfrm>
            <a:custGeom>
              <a:rect b="b" l="l" r="r" t="t"/>
              <a:pathLst>
                <a:path extrusionOk="0" h="741" w="2762">
                  <a:moveTo>
                    <a:pt x="2762" y="0"/>
                  </a:moveTo>
                  <a:lnTo>
                    <a:pt x="0" y="68"/>
                  </a:lnTo>
                  <a:cubicBezTo>
                    <a:pt x="26" y="241"/>
                    <a:pt x="68" y="481"/>
                    <a:pt x="119" y="737"/>
                  </a:cubicBezTo>
                  <a:cubicBezTo>
                    <a:pt x="168" y="739"/>
                    <a:pt x="215" y="740"/>
                    <a:pt x="260" y="740"/>
                  </a:cubicBezTo>
                  <a:cubicBezTo>
                    <a:pt x="791" y="740"/>
                    <a:pt x="981" y="604"/>
                    <a:pt x="1215" y="468"/>
                  </a:cubicBezTo>
                  <a:cubicBezTo>
                    <a:pt x="1285" y="426"/>
                    <a:pt x="1335" y="409"/>
                    <a:pt x="1377" y="409"/>
                  </a:cubicBezTo>
                  <a:cubicBezTo>
                    <a:pt x="1493" y="409"/>
                    <a:pt x="1547" y="538"/>
                    <a:pt x="1801" y="616"/>
                  </a:cubicBezTo>
                  <a:cubicBezTo>
                    <a:pt x="1929" y="639"/>
                    <a:pt x="2053" y="648"/>
                    <a:pt x="2168" y="648"/>
                  </a:cubicBezTo>
                  <a:cubicBezTo>
                    <a:pt x="2379" y="648"/>
                    <a:pt x="2557" y="619"/>
                    <a:pt x="2669" y="603"/>
                  </a:cubicBezTo>
                  <a:cubicBezTo>
                    <a:pt x="2724" y="362"/>
                    <a:pt x="2749" y="148"/>
                    <a:pt x="2762" y="0"/>
                  </a:cubicBezTo>
                  <a:close/>
                </a:path>
              </a:pathLst>
            </a:custGeom>
            <a:solidFill>
              <a:srgbClr val="007C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14"/>
            <p:cNvSpPr/>
            <p:nvPr/>
          </p:nvSpPr>
          <p:spPr>
            <a:xfrm>
              <a:off x="7072842" y="2615047"/>
              <a:ext cx="79915" cy="17342"/>
            </a:xfrm>
            <a:custGeom>
              <a:rect b="b" l="l" r="r" t="t"/>
              <a:pathLst>
                <a:path extrusionOk="0" h="217" w="1000">
                  <a:moveTo>
                    <a:pt x="271" y="1"/>
                  </a:moveTo>
                  <a:cubicBezTo>
                    <a:pt x="264" y="1"/>
                    <a:pt x="258" y="1"/>
                    <a:pt x="254" y="2"/>
                  </a:cubicBezTo>
                  <a:cubicBezTo>
                    <a:pt x="199" y="15"/>
                    <a:pt x="0" y="188"/>
                    <a:pt x="0" y="188"/>
                  </a:cubicBezTo>
                  <a:lnTo>
                    <a:pt x="279" y="150"/>
                  </a:lnTo>
                  <a:cubicBezTo>
                    <a:pt x="279" y="150"/>
                    <a:pt x="401" y="217"/>
                    <a:pt x="494" y="217"/>
                  </a:cubicBezTo>
                  <a:cubicBezTo>
                    <a:pt x="600" y="217"/>
                    <a:pt x="708" y="150"/>
                    <a:pt x="708" y="150"/>
                  </a:cubicBezTo>
                  <a:lnTo>
                    <a:pt x="1000" y="188"/>
                  </a:lnTo>
                  <a:cubicBezTo>
                    <a:pt x="1000" y="188"/>
                    <a:pt x="801" y="15"/>
                    <a:pt x="747" y="2"/>
                  </a:cubicBezTo>
                  <a:cubicBezTo>
                    <a:pt x="741" y="1"/>
                    <a:pt x="734" y="1"/>
                    <a:pt x="727" y="1"/>
                  </a:cubicBezTo>
                  <a:cubicBezTo>
                    <a:pt x="649" y="1"/>
                    <a:pt x="494" y="57"/>
                    <a:pt x="494" y="57"/>
                  </a:cubicBezTo>
                  <a:cubicBezTo>
                    <a:pt x="494" y="57"/>
                    <a:pt x="339" y="1"/>
                    <a:pt x="271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14"/>
            <p:cNvSpPr/>
            <p:nvPr/>
          </p:nvSpPr>
          <p:spPr>
            <a:xfrm>
              <a:off x="7095138" y="2648212"/>
              <a:ext cx="34363" cy="6393"/>
            </a:xfrm>
            <a:custGeom>
              <a:rect b="b" l="l" r="r" t="t"/>
              <a:pathLst>
                <a:path extrusionOk="0" h="80" w="430">
                  <a:moveTo>
                    <a:pt x="0" y="1"/>
                  </a:moveTo>
                  <a:cubicBezTo>
                    <a:pt x="61" y="53"/>
                    <a:pt x="138" y="80"/>
                    <a:pt x="215" y="80"/>
                  </a:cubicBezTo>
                  <a:cubicBezTo>
                    <a:pt x="292" y="80"/>
                    <a:pt x="369" y="53"/>
                    <a:pt x="429" y="1"/>
                  </a:cubicBezTo>
                  <a:lnTo>
                    <a:pt x="429" y="1"/>
                  </a:lnTo>
                  <a:cubicBezTo>
                    <a:pt x="358" y="19"/>
                    <a:pt x="286" y="25"/>
                    <a:pt x="223" y="25"/>
                  </a:cubicBezTo>
                  <a:cubicBezTo>
                    <a:pt x="96" y="2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14"/>
            <p:cNvSpPr/>
            <p:nvPr/>
          </p:nvSpPr>
          <p:spPr>
            <a:xfrm>
              <a:off x="6958645" y="2422136"/>
              <a:ext cx="307273" cy="137773"/>
            </a:xfrm>
            <a:custGeom>
              <a:rect b="b" l="l" r="r" t="t"/>
              <a:pathLst>
                <a:path extrusionOk="0" h="1724" w="3845">
                  <a:moveTo>
                    <a:pt x="1923" y="1"/>
                  </a:moveTo>
                  <a:cubicBezTo>
                    <a:pt x="1923" y="1"/>
                    <a:pt x="894" y="26"/>
                    <a:pt x="215" y="212"/>
                  </a:cubicBezTo>
                  <a:cubicBezTo>
                    <a:pt x="135" y="228"/>
                    <a:pt x="81" y="292"/>
                    <a:pt x="68" y="360"/>
                  </a:cubicBezTo>
                  <a:cubicBezTo>
                    <a:pt x="1" y="920"/>
                    <a:pt x="106" y="1375"/>
                    <a:pt x="174" y="1590"/>
                  </a:cubicBezTo>
                  <a:cubicBezTo>
                    <a:pt x="199" y="1654"/>
                    <a:pt x="267" y="1708"/>
                    <a:pt x="334" y="1708"/>
                  </a:cubicBezTo>
                  <a:cubicBezTo>
                    <a:pt x="458" y="1716"/>
                    <a:pt x="661" y="1723"/>
                    <a:pt x="882" y="1723"/>
                  </a:cubicBezTo>
                  <a:cubicBezTo>
                    <a:pt x="1044" y="1723"/>
                    <a:pt x="1217" y="1719"/>
                    <a:pt x="1375" y="1708"/>
                  </a:cubicBezTo>
                  <a:cubicBezTo>
                    <a:pt x="1455" y="1696"/>
                    <a:pt x="1522" y="1670"/>
                    <a:pt x="1602" y="1628"/>
                  </a:cubicBezTo>
                  <a:cubicBezTo>
                    <a:pt x="1695" y="1574"/>
                    <a:pt x="1788" y="1535"/>
                    <a:pt x="1923" y="1523"/>
                  </a:cubicBezTo>
                  <a:cubicBezTo>
                    <a:pt x="2057" y="1535"/>
                    <a:pt x="2163" y="1574"/>
                    <a:pt x="2256" y="1628"/>
                  </a:cubicBezTo>
                  <a:cubicBezTo>
                    <a:pt x="2323" y="1670"/>
                    <a:pt x="2403" y="1696"/>
                    <a:pt x="2483" y="1708"/>
                  </a:cubicBezTo>
                  <a:cubicBezTo>
                    <a:pt x="2642" y="1719"/>
                    <a:pt x="2812" y="1723"/>
                    <a:pt x="2972" y="1723"/>
                  </a:cubicBezTo>
                  <a:cubicBezTo>
                    <a:pt x="3191" y="1723"/>
                    <a:pt x="3393" y="1716"/>
                    <a:pt x="3525" y="1708"/>
                  </a:cubicBezTo>
                  <a:cubicBezTo>
                    <a:pt x="3592" y="1708"/>
                    <a:pt x="3659" y="1654"/>
                    <a:pt x="3685" y="1590"/>
                  </a:cubicBezTo>
                  <a:cubicBezTo>
                    <a:pt x="3752" y="1375"/>
                    <a:pt x="3845" y="920"/>
                    <a:pt x="3778" y="360"/>
                  </a:cubicBezTo>
                  <a:cubicBezTo>
                    <a:pt x="3778" y="292"/>
                    <a:pt x="3723" y="228"/>
                    <a:pt x="3643" y="212"/>
                  </a:cubicBezTo>
                  <a:cubicBezTo>
                    <a:pt x="2964" y="26"/>
                    <a:pt x="1923" y="1"/>
                    <a:pt x="1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14"/>
            <p:cNvSpPr/>
            <p:nvPr/>
          </p:nvSpPr>
          <p:spPr>
            <a:xfrm>
              <a:off x="6982219" y="2468246"/>
              <a:ext cx="262521" cy="23415"/>
            </a:xfrm>
            <a:custGeom>
              <a:rect b="b" l="l" r="r" t="t"/>
              <a:pathLst>
                <a:path extrusionOk="0" h="293" w="3285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14"/>
            <p:cNvSpPr/>
            <p:nvPr/>
          </p:nvSpPr>
          <p:spPr>
            <a:xfrm>
              <a:off x="6976865" y="2447788"/>
              <a:ext cx="11827" cy="11827"/>
            </a:xfrm>
            <a:custGeom>
              <a:rect b="b" l="l" r="r" t="t"/>
              <a:pathLst>
                <a:path extrusionOk="0" h="148" w="148">
                  <a:moveTo>
                    <a:pt x="67" y="0"/>
                  </a:moveTo>
                  <a:cubicBezTo>
                    <a:pt x="26" y="0"/>
                    <a:pt x="0" y="39"/>
                    <a:pt x="0" y="80"/>
                  </a:cubicBezTo>
                  <a:cubicBezTo>
                    <a:pt x="0" y="119"/>
                    <a:pt x="26" y="148"/>
                    <a:pt x="67" y="148"/>
                  </a:cubicBezTo>
                  <a:cubicBezTo>
                    <a:pt x="106" y="148"/>
                    <a:pt x="148" y="119"/>
                    <a:pt x="148" y="80"/>
                  </a:cubicBezTo>
                  <a:cubicBezTo>
                    <a:pt x="148" y="39"/>
                    <a:pt x="106" y="0"/>
                    <a:pt x="6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14"/>
            <p:cNvSpPr/>
            <p:nvPr/>
          </p:nvSpPr>
          <p:spPr>
            <a:xfrm>
              <a:off x="7236905" y="2447788"/>
              <a:ext cx="11907" cy="11827"/>
            </a:xfrm>
            <a:custGeom>
              <a:rect b="b" l="l" r="r" t="t"/>
              <a:pathLst>
                <a:path extrusionOk="0" h="148" w="149">
                  <a:moveTo>
                    <a:pt x="81" y="0"/>
                  </a:moveTo>
                  <a:cubicBezTo>
                    <a:pt x="30" y="0"/>
                    <a:pt x="1" y="39"/>
                    <a:pt x="1" y="80"/>
                  </a:cubicBezTo>
                  <a:cubicBezTo>
                    <a:pt x="1" y="119"/>
                    <a:pt x="30" y="148"/>
                    <a:pt x="81" y="148"/>
                  </a:cubicBezTo>
                  <a:cubicBezTo>
                    <a:pt x="123" y="148"/>
                    <a:pt x="148" y="119"/>
                    <a:pt x="148" y="80"/>
                  </a:cubicBezTo>
                  <a:cubicBezTo>
                    <a:pt x="148" y="39"/>
                    <a:pt x="123" y="0"/>
                    <a:pt x="8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14"/>
            <p:cNvSpPr/>
            <p:nvPr/>
          </p:nvSpPr>
          <p:spPr>
            <a:xfrm>
              <a:off x="7006513" y="2723011"/>
              <a:ext cx="83271" cy="110922"/>
            </a:xfrm>
            <a:custGeom>
              <a:rect b="b" l="l" r="r" t="t"/>
              <a:pathLst>
                <a:path extrusionOk="0" h="1388" w="1042">
                  <a:moveTo>
                    <a:pt x="215" y="0"/>
                  </a:moveTo>
                  <a:cubicBezTo>
                    <a:pt x="215" y="0"/>
                    <a:pt x="1" y="320"/>
                    <a:pt x="55" y="692"/>
                  </a:cubicBezTo>
                  <a:cubicBezTo>
                    <a:pt x="376" y="1240"/>
                    <a:pt x="1042" y="1387"/>
                    <a:pt x="1042" y="1387"/>
                  </a:cubicBezTo>
                  <a:lnTo>
                    <a:pt x="1042" y="292"/>
                  </a:lnTo>
                  <a:cubicBezTo>
                    <a:pt x="388" y="173"/>
                    <a:pt x="215" y="0"/>
                    <a:pt x="21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14"/>
            <p:cNvSpPr/>
            <p:nvPr/>
          </p:nvSpPr>
          <p:spPr>
            <a:xfrm>
              <a:off x="6972470" y="2534015"/>
              <a:ext cx="280661" cy="25892"/>
            </a:xfrm>
            <a:custGeom>
              <a:rect b="b" l="l" r="r" t="t"/>
              <a:pathLst>
                <a:path extrusionOk="0" h="324" w="3512">
                  <a:moveTo>
                    <a:pt x="1750" y="1"/>
                  </a:moveTo>
                  <a:cubicBezTo>
                    <a:pt x="1615" y="1"/>
                    <a:pt x="1510" y="42"/>
                    <a:pt x="1404" y="110"/>
                  </a:cubicBezTo>
                  <a:cubicBezTo>
                    <a:pt x="1337" y="148"/>
                    <a:pt x="1256" y="174"/>
                    <a:pt x="1164" y="190"/>
                  </a:cubicBezTo>
                  <a:cubicBezTo>
                    <a:pt x="1000" y="201"/>
                    <a:pt x="822" y="205"/>
                    <a:pt x="653" y="205"/>
                  </a:cubicBezTo>
                  <a:cubicBezTo>
                    <a:pt x="423" y="205"/>
                    <a:pt x="212" y="197"/>
                    <a:pt x="81" y="190"/>
                  </a:cubicBezTo>
                  <a:cubicBezTo>
                    <a:pt x="42" y="190"/>
                    <a:pt x="13" y="190"/>
                    <a:pt x="1" y="174"/>
                  </a:cubicBezTo>
                  <a:lnTo>
                    <a:pt x="1" y="190"/>
                  </a:lnTo>
                  <a:cubicBezTo>
                    <a:pt x="26" y="254"/>
                    <a:pt x="94" y="308"/>
                    <a:pt x="161" y="308"/>
                  </a:cubicBezTo>
                  <a:cubicBezTo>
                    <a:pt x="285" y="316"/>
                    <a:pt x="488" y="323"/>
                    <a:pt x="709" y="323"/>
                  </a:cubicBezTo>
                  <a:cubicBezTo>
                    <a:pt x="871" y="323"/>
                    <a:pt x="1044" y="319"/>
                    <a:pt x="1202" y="308"/>
                  </a:cubicBezTo>
                  <a:cubicBezTo>
                    <a:pt x="1282" y="296"/>
                    <a:pt x="1349" y="270"/>
                    <a:pt x="1429" y="228"/>
                  </a:cubicBezTo>
                  <a:cubicBezTo>
                    <a:pt x="1522" y="174"/>
                    <a:pt x="1615" y="135"/>
                    <a:pt x="1750" y="123"/>
                  </a:cubicBezTo>
                  <a:cubicBezTo>
                    <a:pt x="1884" y="135"/>
                    <a:pt x="1990" y="174"/>
                    <a:pt x="2083" y="228"/>
                  </a:cubicBezTo>
                  <a:cubicBezTo>
                    <a:pt x="2150" y="270"/>
                    <a:pt x="2230" y="296"/>
                    <a:pt x="2310" y="308"/>
                  </a:cubicBezTo>
                  <a:cubicBezTo>
                    <a:pt x="2469" y="319"/>
                    <a:pt x="2639" y="323"/>
                    <a:pt x="2799" y="323"/>
                  </a:cubicBezTo>
                  <a:cubicBezTo>
                    <a:pt x="3018" y="323"/>
                    <a:pt x="3220" y="316"/>
                    <a:pt x="3352" y="308"/>
                  </a:cubicBezTo>
                  <a:cubicBezTo>
                    <a:pt x="3419" y="308"/>
                    <a:pt x="3486" y="254"/>
                    <a:pt x="3512" y="190"/>
                  </a:cubicBezTo>
                  <a:lnTo>
                    <a:pt x="3512" y="174"/>
                  </a:lnTo>
                  <a:cubicBezTo>
                    <a:pt x="3486" y="190"/>
                    <a:pt x="3457" y="190"/>
                    <a:pt x="3432" y="190"/>
                  </a:cubicBezTo>
                  <a:cubicBezTo>
                    <a:pt x="3300" y="197"/>
                    <a:pt x="3085" y="205"/>
                    <a:pt x="2854" y="205"/>
                  </a:cubicBezTo>
                  <a:cubicBezTo>
                    <a:pt x="2685" y="205"/>
                    <a:pt x="2507" y="201"/>
                    <a:pt x="2349" y="190"/>
                  </a:cubicBezTo>
                  <a:cubicBezTo>
                    <a:pt x="2256" y="174"/>
                    <a:pt x="2176" y="148"/>
                    <a:pt x="2109" y="110"/>
                  </a:cubicBezTo>
                  <a:cubicBezTo>
                    <a:pt x="2003" y="42"/>
                    <a:pt x="1897" y="1"/>
                    <a:pt x="1750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14"/>
            <p:cNvSpPr/>
            <p:nvPr/>
          </p:nvSpPr>
          <p:spPr>
            <a:xfrm>
              <a:off x="6982219" y="2468246"/>
              <a:ext cx="262521" cy="23415"/>
            </a:xfrm>
            <a:custGeom>
              <a:rect b="b" l="l" r="r" t="t"/>
              <a:pathLst>
                <a:path extrusionOk="0" h="293" w="3285">
                  <a:moveTo>
                    <a:pt x="1677" y="0"/>
                  </a:moveTo>
                  <a:cubicBezTo>
                    <a:pt x="763" y="0"/>
                    <a:pt x="102" y="77"/>
                    <a:pt x="93" y="77"/>
                  </a:cubicBezTo>
                  <a:cubicBezTo>
                    <a:pt x="39" y="90"/>
                    <a:pt x="0" y="145"/>
                    <a:pt x="0" y="196"/>
                  </a:cubicBezTo>
                  <a:cubicBezTo>
                    <a:pt x="13" y="250"/>
                    <a:pt x="52" y="292"/>
                    <a:pt x="106" y="292"/>
                  </a:cubicBezTo>
                  <a:lnTo>
                    <a:pt x="119" y="292"/>
                  </a:lnTo>
                  <a:cubicBezTo>
                    <a:pt x="127" y="282"/>
                    <a:pt x="747" y="210"/>
                    <a:pt x="1613" y="210"/>
                  </a:cubicBezTo>
                  <a:cubicBezTo>
                    <a:pt x="2078" y="210"/>
                    <a:pt x="2613" y="231"/>
                    <a:pt x="3162" y="292"/>
                  </a:cubicBezTo>
                  <a:cubicBezTo>
                    <a:pt x="3217" y="292"/>
                    <a:pt x="3268" y="250"/>
                    <a:pt x="3284" y="196"/>
                  </a:cubicBezTo>
                  <a:cubicBezTo>
                    <a:pt x="3284" y="132"/>
                    <a:pt x="3242" y="90"/>
                    <a:pt x="3188" y="77"/>
                  </a:cubicBezTo>
                  <a:cubicBezTo>
                    <a:pt x="2654" y="20"/>
                    <a:pt x="2134" y="0"/>
                    <a:pt x="167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14"/>
            <p:cNvSpPr/>
            <p:nvPr/>
          </p:nvSpPr>
          <p:spPr>
            <a:xfrm>
              <a:off x="7166501" y="3133608"/>
              <a:ext cx="127065" cy="42834"/>
            </a:xfrm>
            <a:custGeom>
              <a:rect b="b" l="l" r="r" t="t"/>
              <a:pathLst>
                <a:path extrusionOk="0" h="536" w="1590">
                  <a:moveTo>
                    <a:pt x="1523" y="0"/>
                  </a:moveTo>
                  <a:cubicBezTo>
                    <a:pt x="1523" y="0"/>
                    <a:pt x="751" y="106"/>
                    <a:pt x="337" y="106"/>
                  </a:cubicBezTo>
                  <a:cubicBezTo>
                    <a:pt x="1" y="106"/>
                    <a:pt x="763" y="414"/>
                    <a:pt x="1590" y="535"/>
                  </a:cubicBezTo>
                  <a:cubicBezTo>
                    <a:pt x="1564" y="359"/>
                    <a:pt x="1551" y="186"/>
                    <a:pt x="1523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14"/>
            <p:cNvSpPr/>
            <p:nvPr/>
          </p:nvSpPr>
          <p:spPr>
            <a:xfrm>
              <a:off x="7196469" y="3270020"/>
              <a:ext cx="118674" cy="70485"/>
            </a:xfrm>
            <a:custGeom>
              <a:rect b="b" l="l" r="r" t="t"/>
              <a:pathLst>
                <a:path extrusionOk="0" h="882" w="1485">
                  <a:moveTo>
                    <a:pt x="241" y="1"/>
                  </a:moveTo>
                  <a:lnTo>
                    <a:pt x="1" y="510"/>
                  </a:lnTo>
                  <a:cubicBezTo>
                    <a:pt x="1" y="510"/>
                    <a:pt x="722" y="844"/>
                    <a:pt x="1484" y="882"/>
                  </a:cubicBezTo>
                  <a:cubicBezTo>
                    <a:pt x="1455" y="722"/>
                    <a:pt x="1430" y="549"/>
                    <a:pt x="1404" y="350"/>
                  </a:cubicBezTo>
                  <a:cubicBezTo>
                    <a:pt x="1122" y="321"/>
                    <a:pt x="629" y="241"/>
                    <a:pt x="241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14"/>
            <p:cNvSpPr/>
            <p:nvPr/>
          </p:nvSpPr>
          <p:spPr>
            <a:xfrm>
              <a:off x="7135814" y="3397003"/>
              <a:ext cx="190837" cy="62094"/>
            </a:xfrm>
            <a:custGeom>
              <a:rect b="b" l="l" r="r" t="t"/>
              <a:pathLst>
                <a:path extrusionOk="0" h="777" w="2388">
                  <a:moveTo>
                    <a:pt x="2323" y="1"/>
                  </a:moveTo>
                  <a:cubicBezTo>
                    <a:pt x="1486" y="302"/>
                    <a:pt x="725" y="353"/>
                    <a:pt x="273" y="353"/>
                  </a:cubicBezTo>
                  <a:cubicBezTo>
                    <a:pt x="163" y="353"/>
                    <a:pt x="71" y="350"/>
                    <a:pt x="1" y="347"/>
                  </a:cubicBezTo>
                  <a:lnTo>
                    <a:pt x="1" y="776"/>
                  </a:lnTo>
                  <a:cubicBezTo>
                    <a:pt x="1974" y="776"/>
                    <a:pt x="2387" y="469"/>
                    <a:pt x="2387" y="469"/>
                  </a:cubicBezTo>
                  <a:lnTo>
                    <a:pt x="2323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14"/>
            <p:cNvSpPr/>
            <p:nvPr/>
          </p:nvSpPr>
          <p:spPr>
            <a:xfrm>
              <a:off x="7135814" y="2723011"/>
              <a:ext cx="83271" cy="110922"/>
            </a:xfrm>
            <a:custGeom>
              <a:rect b="b" l="l" r="r" t="t"/>
              <a:pathLst>
                <a:path extrusionOk="0" h="1388" w="1042">
                  <a:moveTo>
                    <a:pt x="827" y="0"/>
                  </a:moveTo>
                  <a:cubicBezTo>
                    <a:pt x="827" y="0"/>
                    <a:pt x="641" y="173"/>
                    <a:pt x="1" y="292"/>
                  </a:cubicBezTo>
                  <a:lnTo>
                    <a:pt x="1" y="1387"/>
                  </a:lnTo>
                  <a:cubicBezTo>
                    <a:pt x="1" y="1387"/>
                    <a:pt x="654" y="1240"/>
                    <a:pt x="987" y="692"/>
                  </a:cubicBezTo>
                  <a:cubicBezTo>
                    <a:pt x="1042" y="320"/>
                    <a:pt x="827" y="0"/>
                    <a:pt x="827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14"/>
            <p:cNvSpPr/>
            <p:nvPr/>
          </p:nvSpPr>
          <p:spPr>
            <a:xfrm>
              <a:off x="7527232" y="2906253"/>
              <a:ext cx="40517" cy="47230"/>
            </a:xfrm>
            <a:custGeom>
              <a:rect b="b" l="l" r="r" t="t"/>
              <a:pathLst>
                <a:path extrusionOk="0" h="591" w="507">
                  <a:moveTo>
                    <a:pt x="1" y="1"/>
                  </a:moveTo>
                  <a:cubicBezTo>
                    <a:pt x="1" y="1"/>
                    <a:pt x="67" y="590"/>
                    <a:pt x="273" y="590"/>
                  </a:cubicBezTo>
                  <a:cubicBezTo>
                    <a:pt x="275" y="590"/>
                    <a:pt x="277" y="590"/>
                    <a:pt x="279" y="590"/>
                  </a:cubicBezTo>
                  <a:cubicBezTo>
                    <a:pt x="507" y="590"/>
                    <a:pt x="388" y="55"/>
                    <a:pt x="388" y="5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841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14"/>
            <p:cNvSpPr/>
            <p:nvPr/>
          </p:nvSpPr>
          <p:spPr>
            <a:xfrm>
              <a:off x="7392817" y="2698397"/>
              <a:ext cx="227198" cy="50267"/>
            </a:xfrm>
            <a:custGeom>
              <a:rect b="b" l="l" r="r" t="t"/>
              <a:pathLst>
                <a:path extrusionOk="0" h="629" w="2843">
                  <a:moveTo>
                    <a:pt x="2269" y="55"/>
                  </a:moveTo>
                  <a:cubicBezTo>
                    <a:pt x="2429" y="55"/>
                    <a:pt x="2564" y="68"/>
                    <a:pt x="2657" y="81"/>
                  </a:cubicBezTo>
                  <a:cubicBezTo>
                    <a:pt x="2695" y="93"/>
                    <a:pt x="2737" y="93"/>
                    <a:pt x="2762" y="106"/>
                  </a:cubicBezTo>
                  <a:cubicBezTo>
                    <a:pt x="2762" y="119"/>
                    <a:pt x="2775" y="119"/>
                    <a:pt x="2775" y="119"/>
                  </a:cubicBezTo>
                  <a:lnTo>
                    <a:pt x="2791" y="135"/>
                  </a:lnTo>
                  <a:cubicBezTo>
                    <a:pt x="2791" y="148"/>
                    <a:pt x="2791" y="148"/>
                    <a:pt x="2762" y="161"/>
                  </a:cubicBezTo>
                  <a:cubicBezTo>
                    <a:pt x="2737" y="186"/>
                    <a:pt x="2682" y="228"/>
                    <a:pt x="2602" y="254"/>
                  </a:cubicBezTo>
                  <a:cubicBezTo>
                    <a:pt x="2375" y="346"/>
                    <a:pt x="1936" y="439"/>
                    <a:pt x="1443" y="507"/>
                  </a:cubicBezTo>
                  <a:cubicBezTo>
                    <a:pt x="1109" y="561"/>
                    <a:pt x="815" y="574"/>
                    <a:pt x="562" y="574"/>
                  </a:cubicBezTo>
                  <a:cubicBezTo>
                    <a:pt x="401" y="574"/>
                    <a:pt x="280" y="561"/>
                    <a:pt x="187" y="548"/>
                  </a:cubicBezTo>
                  <a:cubicBezTo>
                    <a:pt x="132" y="535"/>
                    <a:pt x="107" y="535"/>
                    <a:pt x="81" y="519"/>
                  </a:cubicBezTo>
                  <a:cubicBezTo>
                    <a:pt x="68" y="507"/>
                    <a:pt x="68" y="507"/>
                    <a:pt x="52" y="507"/>
                  </a:cubicBezTo>
                  <a:lnTo>
                    <a:pt x="52" y="494"/>
                  </a:lnTo>
                  <a:cubicBezTo>
                    <a:pt x="52" y="481"/>
                    <a:pt x="52" y="481"/>
                    <a:pt x="68" y="468"/>
                  </a:cubicBezTo>
                  <a:cubicBezTo>
                    <a:pt x="94" y="439"/>
                    <a:pt x="148" y="401"/>
                    <a:pt x="228" y="375"/>
                  </a:cubicBezTo>
                  <a:cubicBezTo>
                    <a:pt x="469" y="279"/>
                    <a:pt x="895" y="186"/>
                    <a:pt x="1388" y="119"/>
                  </a:cubicBezTo>
                  <a:cubicBezTo>
                    <a:pt x="1721" y="68"/>
                    <a:pt x="2029" y="55"/>
                    <a:pt x="2269" y="55"/>
                  </a:cubicBezTo>
                  <a:close/>
                  <a:moveTo>
                    <a:pt x="2269" y="0"/>
                  </a:moveTo>
                  <a:cubicBezTo>
                    <a:pt x="2029" y="0"/>
                    <a:pt x="1721" y="13"/>
                    <a:pt x="1388" y="68"/>
                  </a:cubicBezTo>
                  <a:cubicBezTo>
                    <a:pt x="1000" y="106"/>
                    <a:pt x="667" y="186"/>
                    <a:pt x="414" y="254"/>
                  </a:cubicBezTo>
                  <a:cubicBezTo>
                    <a:pt x="292" y="295"/>
                    <a:pt x="187" y="334"/>
                    <a:pt x="119" y="359"/>
                  </a:cubicBezTo>
                  <a:cubicBezTo>
                    <a:pt x="81" y="388"/>
                    <a:pt x="52" y="401"/>
                    <a:pt x="39" y="427"/>
                  </a:cubicBezTo>
                  <a:cubicBezTo>
                    <a:pt x="14" y="439"/>
                    <a:pt x="1" y="468"/>
                    <a:pt x="1" y="494"/>
                  </a:cubicBezTo>
                  <a:cubicBezTo>
                    <a:pt x="1" y="507"/>
                    <a:pt x="14" y="519"/>
                    <a:pt x="14" y="535"/>
                  </a:cubicBezTo>
                  <a:cubicBezTo>
                    <a:pt x="39" y="561"/>
                    <a:pt x="68" y="574"/>
                    <a:pt x="94" y="574"/>
                  </a:cubicBezTo>
                  <a:cubicBezTo>
                    <a:pt x="187" y="616"/>
                    <a:pt x="347" y="628"/>
                    <a:pt x="562" y="628"/>
                  </a:cubicBezTo>
                  <a:cubicBezTo>
                    <a:pt x="815" y="628"/>
                    <a:pt x="1122" y="600"/>
                    <a:pt x="1455" y="561"/>
                  </a:cubicBezTo>
                  <a:cubicBezTo>
                    <a:pt x="1830" y="519"/>
                    <a:pt x="2176" y="439"/>
                    <a:pt x="2429" y="375"/>
                  </a:cubicBezTo>
                  <a:cubicBezTo>
                    <a:pt x="2551" y="334"/>
                    <a:pt x="2644" y="295"/>
                    <a:pt x="2724" y="266"/>
                  </a:cubicBezTo>
                  <a:cubicBezTo>
                    <a:pt x="2750" y="241"/>
                    <a:pt x="2791" y="228"/>
                    <a:pt x="2804" y="199"/>
                  </a:cubicBezTo>
                  <a:cubicBezTo>
                    <a:pt x="2830" y="186"/>
                    <a:pt x="2842" y="161"/>
                    <a:pt x="2842" y="135"/>
                  </a:cubicBezTo>
                  <a:cubicBezTo>
                    <a:pt x="2842" y="119"/>
                    <a:pt x="2830" y="106"/>
                    <a:pt x="2817" y="93"/>
                  </a:cubicBezTo>
                  <a:cubicBezTo>
                    <a:pt x="2804" y="68"/>
                    <a:pt x="2775" y="55"/>
                    <a:pt x="2750" y="55"/>
                  </a:cubicBezTo>
                  <a:cubicBezTo>
                    <a:pt x="2644" y="13"/>
                    <a:pt x="2484" y="0"/>
                    <a:pt x="2269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14"/>
            <p:cNvSpPr/>
            <p:nvPr/>
          </p:nvSpPr>
          <p:spPr>
            <a:xfrm>
              <a:off x="6600231" y="2698397"/>
              <a:ext cx="227198" cy="50267"/>
            </a:xfrm>
            <a:custGeom>
              <a:rect b="b" l="l" r="r" t="t"/>
              <a:pathLst>
                <a:path extrusionOk="0" h="629" w="2843">
                  <a:moveTo>
                    <a:pt x="561" y="55"/>
                  </a:moveTo>
                  <a:cubicBezTo>
                    <a:pt x="802" y="55"/>
                    <a:pt x="1109" y="68"/>
                    <a:pt x="1442" y="119"/>
                  </a:cubicBezTo>
                  <a:cubicBezTo>
                    <a:pt x="1830" y="161"/>
                    <a:pt x="2163" y="241"/>
                    <a:pt x="2403" y="308"/>
                  </a:cubicBezTo>
                  <a:cubicBezTo>
                    <a:pt x="2538" y="346"/>
                    <a:pt x="2631" y="375"/>
                    <a:pt x="2698" y="414"/>
                  </a:cubicBezTo>
                  <a:cubicBezTo>
                    <a:pt x="2724" y="427"/>
                    <a:pt x="2749" y="439"/>
                    <a:pt x="2762" y="468"/>
                  </a:cubicBezTo>
                  <a:cubicBezTo>
                    <a:pt x="2778" y="481"/>
                    <a:pt x="2791" y="481"/>
                    <a:pt x="2791" y="494"/>
                  </a:cubicBezTo>
                  <a:lnTo>
                    <a:pt x="2778" y="507"/>
                  </a:lnTo>
                  <a:cubicBezTo>
                    <a:pt x="2778" y="507"/>
                    <a:pt x="2749" y="519"/>
                    <a:pt x="2724" y="535"/>
                  </a:cubicBezTo>
                  <a:cubicBezTo>
                    <a:pt x="2644" y="561"/>
                    <a:pt x="2483" y="574"/>
                    <a:pt x="2269" y="574"/>
                  </a:cubicBezTo>
                  <a:cubicBezTo>
                    <a:pt x="2029" y="574"/>
                    <a:pt x="1721" y="561"/>
                    <a:pt x="1388" y="507"/>
                  </a:cubicBezTo>
                  <a:cubicBezTo>
                    <a:pt x="1016" y="468"/>
                    <a:pt x="667" y="388"/>
                    <a:pt x="427" y="321"/>
                  </a:cubicBezTo>
                  <a:cubicBezTo>
                    <a:pt x="308" y="279"/>
                    <a:pt x="215" y="254"/>
                    <a:pt x="148" y="215"/>
                  </a:cubicBezTo>
                  <a:cubicBezTo>
                    <a:pt x="106" y="199"/>
                    <a:pt x="81" y="186"/>
                    <a:pt x="68" y="161"/>
                  </a:cubicBezTo>
                  <a:cubicBezTo>
                    <a:pt x="55" y="148"/>
                    <a:pt x="55" y="148"/>
                    <a:pt x="55" y="135"/>
                  </a:cubicBezTo>
                  <a:lnTo>
                    <a:pt x="55" y="119"/>
                  </a:lnTo>
                  <a:cubicBezTo>
                    <a:pt x="68" y="119"/>
                    <a:pt x="81" y="106"/>
                    <a:pt x="106" y="93"/>
                  </a:cubicBezTo>
                  <a:cubicBezTo>
                    <a:pt x="199" y="68"/>
                    <a:pt x="360" y="55"/>
                    <a:pt x="561" y="55"/>
                  </a:cubicBezTo>
                  <a:close/>
                  <a:moveTo>
                    <a:pt x="561" y="0"/>
                  </a:moveTo>
                  <a:cubicBezTo>
                    <a:pt x="401" y="0"/>
                    <a:pt x="267" y="13"/>
                    <a:pt x="174" y="26"/>
                  </a:cubicBezTo>
                  <a:cubicBezTo>
                    <a:pt x="119" y="39"/>
                    <a:pt x="81" y="55"/>
                    <a:pt x="55" y="68"/>
                  </a:cubicBezTo>
                  <a:cubicBezTo>
                    <a:pt x="39" y="68"/>
                    <a:pt x="26" y="81"/>
                    <a:pt x="14" y="93"/>
                  </a:cubicBezTo>
                  <a:cubicBezTo>
                    <a:pt x="14" y="106"/>
                    <a:pt x="1" y="119"/>
                    <a:pt x="1" y="135"/>
                  </a:cubicBezTo>
                  <a:cubicBezTo>
                    <a:pt x="1" y="161"/>
                    <a:pt x="14" y="186"/>
                    <a:pt x="26" y="199"/>
                  </a:cubicBezTo>
                  <a:cubicBezTo>
                    <a:pt x="68" y="241"/>
                    <a:pt x="135" y="266"/>
                    <a:pt x="215" y="308"/>
                  </a:cubicBezTo>
                  <a:cubicBezTo>
                    <a:pt x="456" y="401"/>
                    <a:pt x="882" y="494"/>
                    <a:pt x="1388" y="561"/>
                  </a:cubicBezTo>
                  <a:cubicBezTo>
                    <a:pt x="1721" y="600"/>
                    <a:pt x="2029" y="628"/>
                    <a:pt x="2269" y="628"/>
                  </a:cubicBezTo>
                  <a:cubicBezTo>
                    <a:pt x="2429" y="628"/>
                    <a:pt x="2564" y="616"/>
                    <a:pt x="2669" y="600"/>
                  </a:cubicBezTo>
                  <a:cubicBezTo>
                    <a:pt x="2711" y="587"/>
                    <a:pt x="2749" y="574"/>
                    <a:pt x="2778" y="561"/>
                  </a:cubicBezTo>
                  <a:cubicBezTo>
                    <a:pt x="2804" y="561"/>
                    <a:pt x="2804" y="548"/>
                    <a:pt x="2817" y="535"/>
                  </a:cubicBezTo>
                  <a:cubicBezTo>
                    <a:pt x="2829" y="519"/>
                    <a:pt x="2842" y="507"/>
                    <a:pt x="2842" y="494"/>
                  </a:cubicBezTo>
                  <a:cubicBezTo>
                    <a:pt x="2842" y="468"/>
                    <a:pt x="2829" y="439"/>
                    <a:pt x="2804" y="427"/>
                  </a:cubicBezTo>
                  <a:cubicBezTo>
                    <a:pt x="2762" y="388"/>
                    <a:pt x="2711" y="359"/>
                    <a:pt x="2631" y="321"/>
                  </a:cubicBezTo>
                  <a:cubicBezTo>
                    <a:pt x="2391" y="228"/>
                    <a:pt x="1948" y="135"/>
                    <a:pt x="1455" y="68"/>
                  </a:cubicBezTo>
                  <a:cubicBezTo>
                    <a:pt x="1122" y="13"/>
                    <a:pt x="814" y="0"/>
                    <a:pt x="561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1" name="Google Shape;1981;p14"/>
          <p:cNvGrpSpPr/>
          <p:nvPr/>
        </p:nvGrpSpPr>
        <p:grpSpPr>
          <a:xfrm>
            <a:off x="4571992" y="539504"/>
            <a:ext cx="1129918" cy="278457"/>
            <a:chOff x="713231" y="815211"/>
            <a:chExt cx="894914" cy="220542"/>
          </a:xfrm>
        </p:grpSpPr>
        <p:sp>
          <p:nvSpPr>
            <p:cNvPr id="1982" name="Google Shape;1982;p14"/>
            <p:cNvSpPr/>
            <p:nvPr/>
          </p:nvSpPr>
          <p:spPr>
            <a:xfrm>
              <a:off x="1387603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14"/>
            <p:cNvSpPr/>
            <p:nvPr/>
          </p:nvSpPr>
          <p:spPr>
            <a:xfrm>
              <a:off x="713231" y="815211"/>
              <a:ext cx="222044" cy="220542"/>
            </a:xfrm>
            <a:custGeom>
              <a:rect b="b" l="l" r="r" t="t"/>
              <a:pathLst>
                <a:path extrusionOk="0" h="1763" w="1775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14"/>
            <p:cNvSpPr/>
            <p:nvPr/>
          </p:nvSpPr>
          <p:spPr>
            <a:xfrm>
              <a:off x="1050229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15"/>
          <p:cNvSpPr txBox="1"/>
          <p:nvPr>
            <p:ph type="title"/>
          </p:nvPr>
        </p:nvSpPr>
        <p:spPr>
          <a:xfrm>
            <a:off x="720000" y="445025"/>
            <a:ext cx="488231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>
                <a:solidFill>
                  <a:schemeClr val="accent4"/>
                </a:solidFill>
              </a:rPr>
              <a:t>Content </a:t>
            </a:r>
            <a:r>
              <a:rPr lang="en-US">
                <a:solidFill>
                  <a:schemeClr val="dk1"/>
                </a:solidFill>
              </a:rPr>
              <a:t>of session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90" name="Google Shape;1990;p15"/>
          <p:cNvSpPr txBox="1"/>
          <p:nvPr>
            <p:ph idx="2" type="title"/>
          </p:nvPr>
        </p:nvSpPr>
        <p:spPr>
          <a:xfrm>
            <a:off x="835825" y="1212500"/>
            <a:ext cx="860100" cy="4476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700"/>
              <a:t>01</a:t>
            </a:r>
            <a:endParaRPr sz="2700"/>
          </a:p>
        </p:txBody>
      </p:sp>
      <p:sp>
        <p:nvSpPr>
          <p:cNvPr id="1991" name="Google Shape;1991;p15"/>
          <p:cNvSpPr txBox="1"/>
          <p:nvPr>
            <p:ph idx="3" type="title"/>
          </p:nvPr>
        </p:nvSpPr>
        <p:spPr>
          <a:xfrm>
            <a:off x="835825" y="2719872"/>
            <a:ext cx="860100" cy="4476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700"/>
              <a:t>03</a:t>
            </a:r>
            <a:endParaRPr sz="2700"/>
          </a:p>
        </p:txBody>
      </p:sp>
      <p:sp>
        <p:nvSpPr>
          <p:cNvPr id="1992" name="Google Shape;1992;p15"/>
          <p:cNvSpPr txBox="1"/>
          <p:nvPr>
            <p:ph idx="4" type="title"/>
          </p:nvPr>
        </p:nvSpPr>
        <p:spPr>
          <a:xfrm>
            <a:off x="3773075" y="1212500"/>
            <a:ext cx="860100" cy="4476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700"/>
              <a:t>02</a:t>
            </a:r>
            <a:endParaRPr sz="2700"/>
          </a:p>
        </p:txBody>
      </p:sp>
      <p:sp>
        <p:nvSpPr>
          <p:cNvPr id="1993" name="Google Shape;1993;p15"/>
          <p:cNvSpPr txBox="1"/>
          <p:nvPr>
            <p:ph idx="5" type="title"/>
          </p:nvPr>
        </p:nvSpPr>
        <p:spPr>
          <a:xfrm>
            <a:off x="3773075" y="2719872"/>
            <a:ext cx="860100" cy="4476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700"/>
              <a:t>04</a:t>
            </a:r>
            <a:endParaRPr sz="2700"/>
          </a:p>
        </p:txBody>
      </p:sp>
      <p:sp>
        <p:nvSpPr>
          <p:cNvPr id="1994" name="Google Shape;1994;p15"/>
          <p:cNvSpPr txBox="1"/>
          <p:nvPr>
            <p:ph idx="1" type="subTitle"/>
          </p:nvPr>
        </p:nvSpPr>
        <p:spPr>
          <a:xfrm>
            <a:off x="720000" y="1772625"/>
            <a:ext cx="21204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100"/>
              <a:t>Introduce yourself</a:t>
            </a:r>
            <a:endParaRPr sz="2100"/>
          </a:p>
        </p:txBody>
      </p:sp>
      <p:sp>
        <p:nvSpPr>
          <p:cNvPr id="1995" name="Google Shape;1995;p15"/>
          <p:cNvSpPr txBox="1"/>
          <p:nvPr>
            <p:ph idx="6" type="subTitle"/>
          </p:nvPr>
        </p:nvSpPr>
        <p:spPr>
          <a:xfrm>
            <a:off x="3701075" y="1733175"/>
            <a:ext cx="2715600" cy="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100"/>
              <a:t>why Game Development</a:t>
            </a:r>
            <a:endParaRPr sz="2100"/>
          </a:p>
        </p:txBody>
      </p:sp>
      <p:sp>
        <p:nvSpPr>
          <p:cNvPr id="1996" name="Google Shape;1996;p15"/>
          <p:cNvSpPr txBox="1"/>
          <p:nvPr>
            <p:ph idx="7" type="subTitle"/>
          </p:nvPr>
        </p:nvSpPr>
        <p:spPr>
          <a:xfrm>
            <a:off x="720000" y="3358425"/>
            <a:ext cx="2120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100"/>
              <a:t>Why Godot</a:t>
            </a:r>
            <a:endParaRPr sz="2100"/>
          </a:p>
        </p:txBody>
      </p:sp>
      <p:sp>
        <p:nvSpPr>
          <p:cNvPr id="1997" name="Google Shape;1997;p15"/>
          <p:cNvSpPr txBox="1"/>
          <p:nvPr>
            <p:ph idx="8" type="subTitle"/>
          </p:nvPr>
        </p:nvSpPr>
        <p:spPr>
          <a:xfrm>
            <a:off x="2100950" y="3970425"/>
            <a:ext cx="34161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100"/>
              <a:t>Quick look on godot</a:t>
            </a:r>
            <a:endParaRPr sz="2100"/>
          </a:p>
        </p:txBody>
      </p:sp>
      <p:grpSp>
        <p:nvGrpSpPr>
          <p:cNvPr id="1998" name="Google Shape;1998;p15"/>
          <p:cNvGrpSpPr/>
          <p:nvPr/>
        </p:nvGrpSpPr>
        <p:grpSpPr>
          <a:xfrm>
            <a:off x="6166483" y="1373900"/>
            <a:ext cx="2150522" cy="1579579"/>
            <a:chOff x="296117" y="2376907"/>
            <a:chExt cx="715672" cy="525668"/>
          </a:xfrm>
        </p:grpSpPr>
        <p:sp>
          <p:nvSpPr>
            <p:cNvPr id="1999" name="Google Shape;1999;p15"/>
            <p:cNvSpPr/>
            <p:nvPr/>
          </p:nvSpPr>
          <p:spPr>
            <a:xfrm>
              <a:off x="476250" y="2376907"/>
              <a:ext cx="355343" cy="46378"/>
            </a:xfrm>
            <a:custGeom>
              <a:rect b="b" l="l" r="r" t="t"/>
              <a:pathLst>
                <a:path extrusionOk="0" h="828" w="6344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15"/>
            <p:cNvSpPr/>
            <p:nvPr/>
          </p:nvSpPr>
          <p:spPr>
            <a:xfrm>
              <a:off x="394081" y="2441881"/>
              <a:ext cx="520412" cy="47275"/>
            </a:xfrm>
            <a:custGeom>
              <a:rect b="b" l="l" r="r" t="t"/>
              <a:pathLst>
                <a:path extrusionOk="0" h="844" w="9291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15"/>
            <p:cNvSpPr/>
            <p:nvPr/>
          </p:nvSpPr>
          <p:spPr>
            <a:xfrm>
              <a:off x="353025" y="2507022"/>
              <a:ext cx="601854" cy="33608"/>
            </a:xfrm>
            <a:custGeom>
              <a:rect b="b" l="l" r="r" t="t"/>
              <a:pathLst>
                <a:path extrusionOk="0" h="600" w="10745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15"/>
            <p:cNvSpPr/>
            <p:nvPr/>
          </p:nvSpPr>
          <p:spPr>
            <a:xfrm>
              <a:off x="322330" y="2571995"/>
              <a:ext cx="663244" cy="27670"/>
            </a:xfrm>
            <a:custGeom>
              <a:rect b="b" l="l" r="r" t="t"/>
              <a:pathLst>
                <a:path extrusionOk="0" h="494" w="11841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15"/>
            <p:cNvSpPr/>
            <p:nvPr/>
          </p:nvSpPr>
          <p:spPr>
            <a:xfrm>
              <a:off x="303679" y="2637137"/>
              <a:ext cx="701276" cy="25318"/>
            </a:xfrm>
            <a:custGeom>
              <a:rect b="b" l="l" r="r" t="t"/>
              <a:pathLst>
                <a:path extrusionOk="0" h="452" w="1252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15"/>
            <p:cNvSpPr/>
            <p:nvPr/>
          </p:nvSpPr>
          <p:spPr>
            <a:xfrm>
              <a:off x="296117" y="2702054"/>
              <a:ext cx="715672" cy="21789"/>
            </a:xfrm>
            <a:custGeom>
              <a:rect b="b" l="l" r="r" t="t"/>
              <a:pathLst>
                <a:path extrusionOk="0" h="389" w="12777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15"/>
            <p:cNvSpPr/>
            <p:nvPr/>
          </p:nvSpPr>
          <p:spPr>
            <a:xfrm>
              <a:off x="297741" y="2767923"/>
              <a:ext cx="712423" cy="14227"/>
            </a:xfrm>
            <a:custGeom>
              <a:rect b="b" l="l" r="r" t="t"/>
              <a:pathLst>
                <a:path extrusionOk="0" h="254" w="12719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15"/>
            <p:cNvSpPr/>
            <p:nvPr/>
          </p:nvSpPr>
          <p:spPr>
            <a:xfrm>
              <a:off x="309560" y="2832897"/>
              <a:ext cx="688786" cy="12043"/>
            </a:xfrm>
            <a:custGeom>
              <a:rect b="b" l="l" r="r" t="t"/>
              <a:pathLst>
                <a:path extrusionOk="0" h="215" w="12297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15"/>
            <p:cNvSpPr/>
            <p:nvPr/>
          </p:nvSpPr>
          <p:spPr>
            <a:xfrm>
              <a:off x="335773" y="2898038"/>
              <a:ext cx="637086" cy="4537"/>
            </a:xfrm>
            <a:custGeom>
              <a:rect b="b" l="l" r="r" t="t"/>
              <a:pathLst>
                <a:path extrusionOk="0" h="81" w="11374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8" name="Google Shape;2008;p15"/>
          <p:cNvGrpSpPr/>
          <p:nvPr/>
        </p:nvGrpSpPr>
        <p:grpSpPr>
          <a:xfrm>
            <a:off x="6409945" y="1577664"/>
            <a:ext cx="1663577" cy="1780752"/>
            <a:chOff x="5415187" y="3687810"/>
            <a:chExt cx="909904" cy="973993"/>
          </a:xfrm>
        </p:grpSpPr>
        <p:sp>
          <p:nvSpPr>
            <p:cNvPr id="2009" name="Google Shape;2009;p15"/>
            <p:cNvSpPr/>
            <p:nvPr/>
          </p:nvSpPr>
          <p:spPr>
            <a:xfrm>
              <a:off x="6065686" y="3969905"/>
              <a:ext cx="102531" cy="124827"/>
            </a:xfrm>
            <a:custGeom>
              <a:rect b="b" l="l" r="r" t="t"/>
              <a:pathLst>
                <a:path extrusionOk="0" h="1562" w="1283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308" y="786"/>
                    <a:pt x="401" y="1376"/>
                  </a:cubicBezTo>
                  <a:lnTo>
                    <a:pt x="1282" y="1562"/>
                  </a:lnTo>
                  <a:cubicBezTo>
                    <a:pt x="1282" y="1562"/>
                    <a:pt x="1164" y="706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15"/>
            <p:cNvSpPr/>
            <p:nvPr/>
          </p:nvSpPr>
          <p:spPr>
            <a:xfrm>
              <a:off x="6065686" y="3971024"/>
              <a:ext cx="81274" cy="119393"/>
            </a:xfrm>
            <a:custGeom>
              <a:rect b="b" l="l" r="r" t="t"/>
              <a:pathLst>
                <a:path extrusionOk="0" h="1494" w="1017">
                  <a:moveTo>
                    <a:pt x="577" y="0"/>
                  </a:moveTo>
                  <a:cubicBezTo>
                    <a:pt x="257" y="68"/>
                    <a:pt x="1" y="292"/>
                    <a:pt x="1" y="292"/>
                  </a:cubicBezTo>
                  <a:cubicBezTo>
                    <a:pt x="1" y="292"/>
                    <a:pt x="308" y="772"/>
                    <a:pt x="401" y="1362"/>
                  </a:cubicBezTo>
                  <a:cubicBezTo>
                    <a:pt x="683" y="1413"/>
                    <a:pt x="882" y="1467"/>
                    <a:pt x="1016" y="1493"/>
                  </a:cubicBezTo>
                  <a:cubicBezTo>
                    <a:pt x="962" y="1000"/>
                    <a:pt x="738" y="372"/>
                    <a:pt x="577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15"/>
            <p:cNvSpPr/>
            <p:nvPr/>
          </p:nvSpPr>
          <p:spPr>
            <a:xfrm>
              <a:off x="6041393" y="4106398"/>
              <a:ext cx="283698" cy="346831"/>
            </a:xfrm>
            <a:custGeom>
              <a:rect b="b" l="l" r="r" t="t"/>
              <a:pathLst>
                <a:path extrusionOk="0" h="4340" w="3550">
                  <a:moveTo>
                    <a:pt x="1817" y="0"/>
                  </a:moveTo>
                  <a:cubicBezTo>
                    <a:pt x="885" y="0"/>
                    <a:pt x="93" y="924"/>
                    <a:pt x="52" y="2109"/>
                  </a:cubicBezTo>
                  <a:cubicBezTo>
                    <a:pt x="0" y="3310"/>
                    <a:pt x="747" y="4313"/>
                    <a:pt x="1695" y="4339"/>
                  </a:cubicBezTo>
                  <a:cubicBezTo>
                    <a:pt x="1715" y="4339"/>
                    <a:pt x="1736" y="4340"/>
                    <a:pt x="1756" y="4340"/>
                  </a:cubicBezTo>
                  <a:cubicBezTo>
                    <a:pt x="2690" y="4340"/>
                    <a:pt x="3471" y="3407"/>
                    <a:pt x="3508" y="2243"/>
                  </a:cubicBezTo>
                  <a:cubicBezTo>
                    <a:pt x="3550" y="1042"/>
                    <a:pt x="2816" y="39"/>
                    <a:pt x="1855" y="1"/>
                  </a:cubicBezTo>
                  <a:cubicBezTo>
                    <a:pt x="1842" y="1"/>
                    <a:pt x="1830" y="0"/>
                    <a:pt x="181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15"/>
            <p:cNvSpPr/>
            <p:nvPr/>
          </p:nvSpPr>
          <p:spPr>
            <a:xfrm>
              <a:off x="6160704" y="4106398"/>
              <a:ext cx="164385" cy="346831"/>
            </a:xfrm>
            <a:custGeom>
              <a:rect b="b" l="l" r="r" t="t"/>
              <a:pathLst>
                <a:path extrusionOk="0" h="4340" w="2057">
                  <a:moveTo>
                    <a:pt x="362" y="1"/>
                  </a:moveTo>
                  <a:cubicBezTo>
                    <a:pt x="295" y="1"/>
                    <a:pt x="228" y="14"/>
                    <a:pt x="160" y="14"/>
                  </a:cubicBezTo>
                  <a:cubicBezTo>
                    <a:pt x="1003" y="174"/>
                    <a:pt x="1644" y="1122"/>
                    <a:pt x="1602" y="2231"/>
                  </a:cubicBezTo>
                  <a:cubicBezTo>
                    <a:pt x="1551" y="3339"/>
                    <a:pt x="856" y="4220"/>
                    <a:pt x="0" y="4326"/>
                  </a:cubicBezTo>
                  <a:cubicBezTo>
                    <a:pt x="68" y="4339"/>
                    <a:pt x="135" y="4339"/>
                    <a:pt x="202" y="4339"/>
                  </a:cubicBezTo>
                  <a:cubicBezTo>
                    <a:pt x="222" y="4339"/>
                    <a:pt x="243" y="4340"/>
                    <a:pt x="263" y="4340"/>
                  </a:cubicBezTo>
                  <a:cubicBezTo>
                    <a:pt x="1197" y="4340"/>
                    <a:pt x="1978" y="3407"/>
                    <a:pt x="2015" y="2243"/>
                  </a:cubicBezTo>
                  <a:cubicBezTo>
                    <a:pt x="2057" y="1042"/>
                    <a:pt x="1323" y="39"/>
                    <a:pt x="362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15"/>
            <p:cNvSpPr/>
            <p:nvPr/>
          </p:nvSpPr>
          <p:spPr>
            <a:xfrm>
              <a:off x="5890835" y="4042307"/>
              <a:ext cx="373363" cy="455755"/>
            </a:xfrm>
            <a:custGeom>
              <a:rect b="b" l="l" r="r" t="t"/>
              <a:pathLst>
                <a:path extrusionOk="0" h="5703" w="4672">
                  <a:moveTo>
                    <a:pt x="2365" y="0"/>
                  </a:moveTo>
                  <a:cubicBezTo>
                    <a:pt x="1132" y="0"/>
                    <a:pt x="105" y="1224"/>
                    <a:pt x="55" y="2764"/>
                  </a:cubicBezTo>
                  <a:cubicBezTo>
                    <a:pt x="1" y="4340"/>
                    <a:pt x="975" y="5663"/>
                    <a:pt x="2230" y="5701"/>
                  </a:cubicBezTo>
                  <a:cubicBezTo>
                    <a:pt x="2257" y="5702"/>
                    <a:pt x="2283" y="5703"/>
                    <a:pt x="2310" y="5703"/>
                  </a:cubicBezTo>
                  <a:cubicBezTo>
                    <a:pt x="3531" y="5703"/>
                    <a:pt x="4554" y="4479"/>
                    <a:pt x="4607" y="2940"/>
                  </a:cubicBezTo>
                  <a:cubicBezTo>
                    <a:pt x="4671" y="1364"/>
                    <a:pt x="3698" y="41"/>
                    <a:pt x="2445" y="2"/>
                  </a:cubicBezTo>
                  <a:cubicBezTo>
                    <a:pt x="2418" y="1"/>
                    <a:pt x="2391" y="0"/>
                    <a:pt x="236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15"/>
            <p:cNvSpPr/>
            <p:nvPr/>
          </p:nvSpPr>
          <p:spPr>
            <a:xfrm>
              <a:off x="5931271" y="4111752"/>
              <a:ext cx="228477" cy="326613"/>
            </a:xfrm>
            <a:custGeom>
              <a:rect b="b" l="l" r="r" t="t"/>
              <a:pathLst>
                <a:path extrusionOk="0" h="4087" w="2859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cubicBezTo>
                    <a:pt x="1373" y="4086"/>
                    <a:pt x="1384" y="4086"/>
                    <a:pt x="1394" y="4086"/>
                  </a:cubicBezTo>
                  <a:cubicBezTo>
                    <a:pt x="2143" y="4086"/>
                    <a:pt x="2779" y="3202"/>
                    <a:pt x="2820" y="2096"/>
                  </a:cubicBezTo>
                  <a:cubicBezTo>
                    <a:pt x="2858" y="975"/>
                    <a:pt x="2272" y="40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15"/>
            <p:cNvSpPr/>
            <p:nvPr/>
          </p:nvSpPr>
          <p:spPr>
            <a:xfrm>
              <a:off x="5931271" y="4111752"/>
              <a:ext cx="171897" cy="326533"/>
            </a:xfrm>
            <a:custGeom>
              <a:rect b="b" l="l" r="r" t="t"/>
              <a:pathLst>
                <a:path extrusionOk="0" h="4086" w="2151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lnTo>
                    <a:pt x="1497" y="4086"/>
                  </a:lnTo>
                  <a:cubicBezTo>
                    <a:pt x="1071" y="3724"/>
                    <a:pt x="789" y="3032"/>
                    <a:pt x="818" y="2257"/>
                  </a:cubicBezTo>
                  <a:cubicBezTo>
                    <a:pt x="856" y="1190"/>
                    <a:pt x="1442" y="334"/>
                    <a:pt x="2150" y="267"/>
                  </a:cubicBezTo>
                  <a:cubicBezTo>
                    <a:pt x="1965" y="107"/>
                    <a:pt x="1750" y="14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15"/>
            <p:cNvSpPr/>
            <p:nvPr/>
          </p:nvSpPr>
          <p:spPr>
            <a:xfrm>
              <a:off x="5890835" y="4220595"/>
              <a:ext cx="159111" cy="275307"/>
            </a:xfrm>
            <a:custGeom>
              <a:rect b="b" l="l" r="r" t="t"/>
              <a:pathLst>
                <a:path extrusionOk="0" h="3445" w="1991">
                  <a:moveTo>
                    <a:pt x="122" y="1"/>
                  </a:moveTo>
                  <a:cubicBezTo>
                    <a:pt x="81" y="174"/>
                    <a:pt x="68" y="347"/>
                    <a:pt x="55" y="533"/>
                  </a:cubicBezTo>
                  <a:cubicBezTo>
                    <a:pt x="1" y="2016"/>
                    <a:pt x="843" y="3256"/>
                    <a:pt x="1990" y="3445"/>
                  </a:cubicBezTo>
                  <a:cubicBezTo>
                    <a:pt x="1884" y="1695"/>
                    <a:pt x="802" y="561"/>
                    <a:pt x="12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15"/>
            <p:cNvSpPr/>
            <p:nvPr/>
          </p:nvSpPr>
          <p:spPr>
            <a:xfrm>
              <a:off x="5542170" y="4200536"/>
              <a:ext cx="493955" cy="409165"/>
            </a:xfrm>
            <a:custGeom>
              <a:rect b="b" l="l" r="r" t="t"/>
              <a:pathLst>
                <a:path extrusionOk="0" h="5120" w="6181">
                  <a:moveTo>
                    <a:pt x="2285" y="0"/>
                  </a:moveTo>
                  <a:cubicBezTo>
                    <a:pt x="1678" y="0"/>
                    <a:pt x="1134" y="210"/>
                    <a:pt x="773" y="639"/>
                  </a:cubicBezTo>
                  <a:cubicBezTo>
                    <a:pt x="0" y="1572"/>
                    <a:pt x="414" y="3186"/>
                    <a:pt x="1682" y="4256"/>
                  </a:cubicBezTo>
                  <a:cubicBezTo>
                    <a:pt x="2377" y="4827"/>
                    <a:pt x="3184" y="5120"/>
                    <a:pt x="3901" y="5120"/>
                  </a:cubicBezTo>
                  <a:cubicBezTo>
                    <a:pt x="4508" y="5120"/>
                    <a:pt x="5050" y="4911"/>
                    <a:pt x="5405" y="4484"/>
                  </a:cubicBezTo>
                  <a:cubicBezTo>
                    <a:pt x="6180" y="3548"/>
                    <a:pt x="5767" y="1921"/>
                    <a:pt x="4498" y="864"/>
                  </a:cubicBezTo>
                  <a:cubicBezTo>
                    <a:pt x="3805" y="293"/>
                    <a:pt x="3001" y="0"/>
                    <a:pt x="228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15"/>
            <p:cNvSpPr/>
            <p:nvPr/>
          </p:nvSpPr>
          <p:spPr>
            <a:xfrm>
              <a:off x="5577252" y="4338228"/>
              <a:ext cx="338280" cy="270912"/>
            </a:xfrm>
            <a:custGeom>
              <a:rect b="b" l="l" r="r" t="t"/>
              <a:pathLst>
                <a:path extrusionOk="0" h="3390" w="4233">
                  <a:moveTo>
                    <a:pt x="1236" y="0"/>
                  </a:moveTo>
                  <a:cubicBezTo>
                    <a:pt x="761" y="0"/>
                    <a:pt x="336" y="165"/>
                    <a:pt x="55" y="502"/>
                  </a:cubicBezTo>
                  <a:cubicBezTo>
                    <a:pt x="42" y="518"/>
                    <a:pt x="13" y="544"/>
                    <a:pt x="0" y="569"/>
                  </a:cubicBezTo>
                  <a:cubicBezTo>
                    <a:pt x="148" y="1252"/>
                    <a:pt x="574" y="1973"/>
                    <a:pt x="1243" y="2533"/>
                  </a:cubicBezTo>
                  <a:cubicBezTo>
                    <a:pt x="1930" y="3105"/>
                    <a:pt x="2732" y="3390"/>
                    <a:pt x="3450" y="3390"/>
                  </a:cubicBezTo>
                  <a:cubicBezTo>
                    <a:pt x="3552" y="3390"/>
                    <a:pt x="3653" y="3384"/>
                    <a:pt x="3752" y="3372"/>
                  </a:cubicBezTo>
                  <a:cubicBezTo>
                    <a:pt x="4232" y="2639"/>
                    <a:pt x="3899" y="1450"/>
                    <a:pt x="2964" y="678"/>
                  </a:cubicBezTo>
                  <a:cubicBezTo>
                    <a:pt x="2423" y="229"/>
                    <a:pt x="1795" y="0"/>
                    <a:pt x="123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15"/>
            <p:cNvSpPr/>
            <p:nvPr/>
          </p:nvSpPr>
          <p:spPr>
            <a:xfrm>
              <a:off x="5578291" y="4200536"/>
              <a:ext cx="457833" cy="371125"/>
            </a:xfrm>
            <a:custGeom>
              <a:rect b="b" l="l" r="r" t="t"/>
              <a:pathLst>
                <a:path extrusionOk="0" h="4644" w="5729">
                  <a:moveTo>
                    <a:pt x="1833" y="0"/>
                  </a:moveTo>
                  <a:cubicBezTo>
                    <a:pt x="1226" y="0"/>
                    <a:pt x="682" y="210"/>
                    <a:pt x="321" y="639"/>
                  </a:cubicBezTo>
                  <a:cubicBezTo>
                    <a:pt x="173" y="825"/>
                    <a:pt x="67" y="1040"/>
                    <a:pt x="0" y="1264"/>
                  </a:cubicBezTo>
                  <a:cubicBezTo>
                    <a:pt x="351" y="948"/>
                    <a:pt x="828" y="792"/>
                    <a:pt x="1353" y="792"/>
                  </a:cubicBezTo>
                  <a:cubicBezTo>
                    <a:pt x="2068" y="792"/>
                    <a:pt x="2873" y="1082"/>
                    <a:pt x="3566" y="1652"/>
                  </a:cubicBezTo>
                  <a:cubicBezTo>
                    <a:pt x="4578" y="2507"/>
                    <a:pt x="5046" y="3721"/>
                    <a:pt x="4793" y="4644"/>
                  </a:cubicBezTo>
                  <a:lnTo>
                    <a:pt x="4953" y="4484"/>
                  </a:lnTo>
                  <a:cubicBezTo>
                    <a:pt x="5728" y="3548"/>
                    <a:pt x="5315" y="1921"/>
                    <a:pt x="4046" y="864"/>
                  </a:cubicBezTo>
                  <a:cubicBezTo>
                    <a:pt x="3353" y="293"/>
                    <a:pt x="2549" y="0"/>
                    <a:pt x="18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15"/>
            <p:cNvSpPr/>
            <p:nvPr/>
          </p:nvSpPr>
          <p:spPr>
            <a:xfrm>
              <a:off x="5579250" y="4200616"/>
              <a:ext cx="386469" cy="180688"/>
            </a:xfrm>
            <a:custGeom>
              <a:rect b="b" l="l" r="r" t="t"/>
              <a:pathLst>
                <a:path extrusionOk="0" h="2261" w="4836">
                  <a:moveTo>
                    <a:pt x="1813" y="1"/>
                  </a:moveTo>
                  <a:cubicBezTo>
                    <a:pt x="1207" y="1"/>
                    <a:pt x="666" y="210"/>
                    <a:pt x="309" y="638"/>
                  </a:cubicBezTo>
                  <a:cubicBezTo>
                    <a:pt x="161" y="824"/>
                    <a:pt x="55" y="1023"/>
                    <a:pt x="1" y="1250"/>
                  </a:cubicBezTo>
                  <a:cubicBezTo>
                    <a:pt x="522" y="789"/>
                    <a:pt x="1022" y="639"/>
                    <a:pt x="1498" y="639"/>
                  </a:cubicBezTo>
                  <a:cubicBezTo>
                    <a:pt x="2097" y="639"/>
                    <a:pt x="2658" y="875"/>
                    <a:pt x="3179" y="1023"/>
                  </a:cubicBezTo>
                  <a:cubicBezTo>
                    <a:pt x="4057" y="1289"/>
                    <a:pt x="4383" y="2261"/>
                    <a:pt x="4584" y="2261"/>
                  </a:cubicBezTo>
                  <a:cubicBezTo>
                    <a:pt x="4606" y="2261"/>
                    <a:pt x="4627" y="2249"/>
                    <a:pt x="4646" y="2224"/>
                  </a:cubicBezTo>
                  <a:cubicBezTo>
                    <a:pt x="4835" y="1971"/>
                    <a:pt x="3967" y="1077"/>
                    <a:pt x="3512" y="824"/>
                  </a:cubicBezTo>
                  <a:cubicBezTo>
                    <a:pt x="3073" y="571"/>
                    <a:pt x="3044" y="264"/>
                    <a:pt x="3044" y="264"/>
                  </a:cubicBezTo>
                  <a:cubicBezTo>
                    <a:pt x="2629" y="89"/>
                    <a:pt x="2207" y="1"/>
                    <a:pt x="1813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15"/>
            <p:cNvSpPr/>
            <p:nvPr/>
          </p:nvSpPr>
          <p:spPr>
            <a:xfrm>
              <a:off x="5534498" y="4199098"/>
              <a:ext cx="181567" cy="230475"/>
            </a:xfrm>
            <a:custGeom>
              <a:rect b="b" l="l" r="r" t="t"/>
              <a:pathLst>
                <a:path extrusionOk="0" h="2884" w="2272">
                  <a:moveTo>
                    <a:pt x="923" y="1"/>
                  </a:moveTo>
                  <a:lnTo>
                    <a:pt x="0" y="577"/>
                  </a:lnTo>
                  <a:lnTo>
                    <a:pt x="430" y="1538"/>
                  </a:lnTo>
                  <a:cubicBezTo>
                    <a:pt x="430" y="1538"/>
                    <a:pt x="375" y="2192"/>
                    <a:pt x="737" y="2884"/>
                  </a:cubicBezTo>
                  <a:lnTo>
                    <a:pt x="2272" y="2458"/>
                  </a:lnTo>
                  <a:cubicBezTo>
                    <a:pt x="2272" y="2458"/>
                    <a:pt x="2124" y="1939"/>
                    <a:pt x="1458" y="1551"/>
                  </a:cubicBezTo>
                  <a:cubicBezTo>
                    <a:pt x="1058" y="629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15"/>
            <p:cNvSpPr/>
            <p:nvPr/>
          </p:nvSpPr>
          <p:spPr>
            <a:xfrm>
              <a:off x="5593395" y="4199098"/>
              <a:ext cx="122670" cy="208258"/>
            </a:xfrm>
            <a:custGeom>
              <a:rect b="b" l="l" r="r" t="t"/>
              <a:pathLst>
                <a:path extrusionOk="0" h="2606" w="1535">
                  <a:moveTo>
                    <a:pt x="186" y="1"/>
                  </a:moveTo>
                  <a:lnTo>
                    <a:pt x="0" y="110"/>
                  </a:lnTo>
                  <a:cubicBezTo>
                    <a:pt x="13" y="443"/>
                    <a:pt x="93" y="1096"/>
                    <a:pt x="426" y="1779"/>
                  </a:cubicBezTo>
                  <a:cubicBezTo>
                    <a:pt x="599" y="2125"/>
                    <a:pt x="801" y="2390"/>
                    <a:pt x="987" y="2605"/>
                  </a:cubicBezTo>
                  <a:lnTo>
                    <a:pt x="1535" y="2458"/>
                  </a:lnTo>
                  <a:cubicBezTo>
                    <a:pt x="1535" y="2458"/>
                    <a:pt x="1387" y="1939"/>
                    <a:pt x="721" y="1551"/>
                  </a:cubicBezTo>
                  <a:cubicBezTo>
                    <a:pt x="321" y="629"/>
                    <a:pt x="186" y="1"/>
                    <a:pt x="186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15"/>
            <p:cNvSpPr/>
            <p:nvPr/>
          </p:nvSpPr>
          <p:spPr>
            <a:xfrm>
              <a:off x="5559032" y="4349336"/>
              <a:ext cx="318062" cy="291450"/>
            </a:xfrm>
            <a:custGeom>
              <a:rect b="b" l="l" r="r" t="t"/>
              <a:pathLst>
                <a:path extrusionOk="0" h="3647" w="3980">
                  <a:moveTo>
                    <a:pt x="1052" y="0"/>
                  </a:moveTo>
                  <a:cubicBezTo>
                    <a:pt x="838" y="0"/>
                    <a:pt x="647" y="50"/>
                    <a:pt x="494" y="152"/>
                  </a:cubicBezTo>
                  <a:cubicBezTo>
                    <a:pt x="203" y="312"/>
                    <a:pt x="1" y="699"/>
                    <a:pt x="1" y="699"/>
                  </a:cubicBezTo>
                  <a:cubicBezTo>
                    <a:pt x="1" y="699"/>
                    <a:pt x="55" y="780"/>
                    <a:pt x="148" y="911"/>
                  </a:cubicBezTo>
                  <a:cubicBezTo>
                    <a:pt x="174" y="1446"/>
                    <a:pt x="523" y="2099"/>
                    <a:pt x="1109" y="2647"/>
                  </a:cubicBezTo>
                  <a:cubicBezTo>
                    <a:pt x="1699" y="3183"/>
                    <a:pt x="2362" y="3474"/>
                    <a:pt x="2892" y="3474"/>
                  </a:cubicBezTo>
                  <a:cubicBezTo>
                    <a:pt x="2903" y="3474"/>
                    <a:pt x="2914" y="3474"/>
                    <a:pt x="2926" y="3474"/>
                  </a:cubicBezTo>
                  <a:cubicBezTo>
                    <a:pt x="3019" y="3528"/>
                    <a:pt x="3099" y="3595"/>
                    <a:pt x="3192" y="3647"/>
                  </a:cubicBezTo>
                  <a:cubicBezTo>
                    <a:pt x="3365" y="3487"/>
                    <a:pt x="3512" y="3275"/>
                    <a:pt x="3592" y="3166"/>
                  </a:cubicBezTo>
                  <a:cubicBezTo>
                    <a:pt x="3605" y="3153"/>
                    <a:pt x="3618" y="3128"/>
                    <a:pt x="3647" y="3102"/>
                  </a:cubicBezTo>
                  <a:cubicBezTo>
                    <a:pt x="3980" y="2554"/>
                    <a:pt x="3618" y="1580"/>
                    <a:pt x="2804" y="818"/>
                  </a:cubicBezTo>
                  <a:cubicBezTo>
                    <a:pt x="2228" y="290"/>
                    <a:pt x="1572" y="0"/>
                    <a:pt x="1052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15"/>
            <p:cNvSpPr/>
            <p:nvPr/>
          </p:nvSpPr>
          <p:spPr>
            <a:xfrm>
              <a:off x="5521712" y="4384178"/>
              <a:ext cx="329809" cy="277625"/>
            </a:xfrm>
            <a:custGeom>
              <a:rect b="b" l="l" r="r" t="t"/>
              <a:pathLst>
                <a:path extrusionOk="0" h="3474" w="4127">
                  <a:moveTo>
                    <a:pt x="1154" y="0"/>
                  </a:moveTo>
                  <a:cubicBezTo>
                    <a:pt x="872" y="0"/>
                    <a:pt x="632" y="85"/>
                    <a:pt x="468" y="263"/>
                  </a:cubicBezTo>
                  <a:cubicBezTo>
                    <a:pt x="0" y="770"/>
                    <a:pt x="337" y="1836"/>
                    <a:pt x="1218" y="2650"/>
                  </a:cubicBezTo>
                  <a:cubicBezTo>
                    <a:pt x="1790" y="3181"/>
                    <a:pt x="2452" y="3474"/>
                    <a:pt x="2974" y="3474"/>
                  </a:cubicBezTo>
                  <a:cubicBezTo>
                    <a:pt x="3255" y="3474"/>
                    <a:pt x="3495" y="3389"/>
                    <a:pt x="3659" y="3211"/>
                  </a:cubicBezTo>
                  <a:cubicBezTo>
                    <a:pt x="4126" y="2705"/>
                    <a:pt x="3793" y="1638"/>
                    <a:pt x="2912" y="824"/>
                  </a:cubicBezTo>
                  <a:cubicBezTo>
                    <a:pt x="2340" y="293"/>
                    <a:pt x="1676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15"/>
            <p:cNvSpPr/>
            <p:nvPr/>
          </p:nvSpPr>
          <p:spPr>
            <a:xfrm>
              <a:off x="6065686" y="3969905"/>
              <a:ext cx="89665" cy="56500"/>
            </a:xfrm>
            <a:custGeom>
              <a:rect b="b" l="l" r="r" t="t"/>
              <a:pathLst>
                <a:path extrusionOk="0" h="707" w="1122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97" y="440"/>
                    <a:pt x="190" y="668"/>
                  </a:cubicBezTo>
                  <a:cubicBezTo>
                    <a:pt x="308" y="656"/>
                    <a:pt x="450" y="647"/>
                    <a:pt x="596" y="647"/>
                  </a:cubicBezTo>
                  <a:cubicBezTo>
                    <a:pt x="779" y="647"/>
                    <a:pt x="967" y="662"/>
                    <a:pt x="1122" y="706"/>
                  </a:cubicBezTo>
                  <a:cubicBezTo>
                    <a:pt x="1071" y="482"/>
                    <a:pt x="1016" y="242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15"/>
            <p:cNvSpPr/>
            <p:nvPr/>
          </p:nvSpPr>
          <p:spPr>
            <a:xfrm>
              <a:off x="5557034" y="4424135"/>
              <a:ext cx="247657" cy="206980"/>
            </a:xfrm>
            <a:custGeom>
              <a:rect b="b" l="l" r="r" t="t"/>
              <a:pathLst>
                <a:path extrusionOk="0" h="2590" w="3099">
                  <a:moveTo>
                    <a:pt x="756" y="0"/>
                  </a:moveTo>
                  <a:cubicBezTo>
                    <a:pt x="575" y="0"/>
                    <a:pt x="423" y="53"/>
                    <a:pt x="321" y="164"/>
                  </a:cubicBezTo>
                  <a:cubicBezTo>
                    <a:pt x="0" y="523"/>
                    <a:pt x="295" y="1311"/>
                    <a:pt x="961" y="1926"/>
                  </a:cubicBezTo>
                  <a:cubicBezTo>
                    <a:pt x="1421" y="2349"/>
                    <a:pt x="1937" y="2590"/>
                    <a:pt x="2326" y="2590"/>
                  </a:cubicBezTo>
                  <a:cubicBezTo>
                    <a:pt x="2512" y="2590"/>
                    <a:pt x="2669" y="2535"/>
                    <a:pt x="2778" y="2419"/>
                  </a:cubicBezTo>
                  <a:cubicBezTo>
                    <a:pt x="3098" y="2070"/>
                    <a:pt x="2803" y="1285"/>
                    <a:pt x="2137" y="670"/>
                  </a:cubicBezTo>
                  <a:cubicBezTo>
                    <a:pt x="1672" y="242"/>
                    <a:pt x="1146" y="0"/>
                    <a:pt x="7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15"/>
            <p:cNvSpPr/>
            <p:nvPr/>
          </p:nvSpPr>
          <p:spPr>
            <a:xfrm>
              <a:off x="5534498" y="4199098"/>
              <a:ext cx="88626" cy="88706"/>
            </a:xfrm>
            <a:custGeom>
              <a:rect b="b" l="l" r="r" t="t"/>
              <a:pathLst>
                <a:path extrusionOk="0" h="1110" w="1109">
                  <a:moveTo>
                    <a:pt x="923" y="1"/>
                  </a:moveTo>
                  <a:lnTo>
                    <a:pt x="0" y="577"/>
                  </a:lnTo>
                  <a:lnTo>
                    <a:pt x="241" y="1109"/>
                  </a:lnTo>
                  <a:lnTo>
                    <a:pt x="869" y="962"/>
                  </a:lnTo>
                  <a:lnTo>
                    <a:pt x="1096" y="629"/>
                  </a:lnTo>
                  <a:lnTo>
                    <a:pt x="1109" y="629"/>
                  </a:lnTo>
                  <a:cubicBezTo>
                    <a:pt x="977" y="228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15"/>
            <p:cNvSpPr/>
            <p:nvPr/>
          </p:nvSpPr>
          <p:spPr>
            <a:xfrm>
              <a:off x="5656687" y="3723291"/>
              <a:ext cx="440092" cy="289292"/>
            </a:xfrm>
            <a:custGeom>
              <a:rect b="b" l="l" r="r" t="t"/>
              <a:pathLst>
                <a:path extrusionOk="0" h="3620" w="5507">
                  <a:moveTo>
                    <a:pt x="2205" y="0"/>
                  </a:moveTo>
                  <a:cubicBezTo>
                    <a:pt x="987" y="0"/>
                    <a:pt x="1" y="981"/>
                    <a:pt x="140" y="1271"/>
                  </a:cubicBezTo>
                  <a:cubicBezTo>
                    <a:pt x="747" y="977"/>
                    <a:pt x="1286" y="856"/>
                    <a:pt x="1764" y="856"/>
                  </a:cubicBezTo>
                  <a:cubicBezTo>
                    <a:pt x="4044" y="856"/>
                    <a:pt x="4920" y="3619"/>
                    <a:pt x="4920" y="3619"/>
                  </a:cubicBezTo>
                  <a:lnTo>
                    <a:pt x="5506" y="3446"/>
                  </a:lnTo>
                  <a:cubicBezTo>
                    <a:pt x="5481" y="2245"/>
                    <a:pt x="4225" y="445"/>
                    <a:pt x="2758" y="70"/>
                  </a:cubicBezTo>
                  <a:cubicBezTo>
                    <a:pt x="2570" y="21"/>
                    <a:pt x="2385" y="0"/>
                    <a:pt x="220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15"/>
            <p:cNvSpPr/>
            <p:nvPr/>
          </p:nvSpPr>
          <p:spPr>
            <a:xfrm>
              <a:off x="5415187" y="3687810"/>
              <a:ext cx="760711" cy="560524"/>
            </a:xfrm>
            <a:custGeom>
              <a:rect b="b" l="l" r="r" t="t"/>
              <a:pathLst>
                <a:path extrusionOk="0" h="7014" w="9519">
                  <a:moveTo>
                    <a:pt x="5279" y="0"/>
                  </a:moveTo>
                  <a:cubicBezTo>
                    <a:pt x="4989" y="0"/>
                    <a:pt x="4684" y="39"/>
                    <a:pt x="4364" y="126"/>
                  </a:cubicBezTo>
                  <a:cubicBezTo>
                    <a:pt x="3403" y="488"/>
                    <a:pt x="1" y="1715"/>
                    <a:pt x="2243" y="7014"/>
                  </a:cubicBezTo>
                  <a:lnTo>
                    <a:pt x="2669" y="6588"/>
                  </a:lnTo>
                  <a:cubicBezTo>
                    <a:pt x="2669" y="6588"/>
                    <a:pt x="962" y="1981"/>
                    <a:pt x="4671" y="821"/>
                  </a:cubicBezTo>
                  <a:cubicBezTo>
                    <a:pt x="4874" y="757"/>
                    <a:pt x="5074" y="728"/>
                    <a:pt x="5271" y="728"/>
                  </a:cubicBezTo>
                  <a:cubicBezTo>
                    <a:pt x="6831" y="728"/>
                    <a:pt x="8138" y="2598"/>
                    <a:pt x="8528" y="3890"/>
                  </a:cubicBezTo>
                  <a:lnTo>
                    <a:pt x="9518" y="3772"/>
                  </a:lnTo>
                  <a:cubicBezTo>
                    <a:pt x="9518" y="3772"/>
                    <a:pt x="8120" y="0"/>
                    <a:pt x="527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15"/>
            <p:cNvSpPr/>
            <p:nvPr/>
          </p:nvSpPr>
          <p:spPr>
            <a:xfrm>
              <a:off x="5437483" y="3697879"/>
              <a:ext cx="326453" cy="575068"/>
            </a:xfrm>
            <a:custGeom>
              <a:rect b="b" l="l" r="r" t="t"/>
              <a:pathLst>
                <a:path extrusionOk="0" h="7196" w="4085">
                  <a:moveTo>
                    <a:pt x="4085" y="0"/>
                  </a:moveTo>
                  <a:lnTo>
                    <a:pt x="4085" y="0"/>
                  </a:lnTo>
                  <a:cubicBezTo>
                    <a:pt x="2723" y="426"/>
                    <a:pt x="775" y="814"/>
                    <a:pt x="429" y="3950"/>
                  </a:cubicBezTo>
                  <a:cubicBezTo>
                    <a:pt x="215" y="5459"/>
                    <a:pt x="910" y="7195"/>
                    <a:pt x="910" y="7195"/>
                  </a:cubicBezTo>
                  <a:lnTo>
                    <a:pt x="1964" y="6888"/>
                  </a:lnTo>
                  <a:cubicBezTo>
                    <a:pt x="1964" y="6888"/>
                    <a:pt x="0" y="1708"/>
                    <a:pt x="4085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15"/>
            <p:cNvSpPr/>
            <p:nvPr/>
          </p:nvSpPr>
          <p:spPr>
            <a:xfrm>
              <a:off x="6070082" y="4042467"/>
              <a:ext cx="181327" cy="338920"/>
            </a:xfrm>
            <a:custGeom>
              <a:rect b="b" l="l" r="r" t="t"/>
              <a:pathLst>
                <a:path extrusionOk="0" h="4241" w="2269">
                  <a:moveTo>
                    <a:pt x="0" y="0"/>
                  </a:moveTo>
                  <a:cubicBezTo>
                    <a:pt x="26" y="26"/>
                    <a:pt x="1842" y="1189"/>
                    <a:pt x="1307" y="3751"/>
                  </a:cubicBezTo>
                  <a:cubicBezTo>
                    <a:pt x="1135" y="4088"/>
                    <a:pt x="1164" y="4241"/>
                    <a:pt x="1270" y="4241"/>
                  </a:cubicBezTo>
                  <a:cubicBezTo>
                    <a:pt x="1450" y="4241"/>
                    <a:pt x="1852" y="3801"/>
                    <a:pt x="1868" y="3069"/>
                  </a:cubicBezTo>
                  <a:cubicBezTo>
                    <a:pt x="1891" y="2314"/>
                    <a:pt x="2064" y="1925"/>
                    <a:pt x="2187" y="1925"/>
                  </a:cubicBezTo>
                  <a:cubicBezTo>
                    <a:pt x="2218" y="1925"/>
                    <a:pt x="2247" y="1951"/>
                    <a:pt x="2268" y="2002"/>
                  </a:cubicBezTo>
                  <a:cubicBezTo>
                    <a:pt x="2002" y="868"/>
                    <a:pt x="1189" y="39"/>
                    <a:pt x="202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15"/>
            <p:cNvSpPr/>
            <p:nvPr/>
          </p:nvSpPr>
          <p:spPr>
            <a:xfrm>
              <a:off x="6256681" y="4224670"/>
              <a:ext cx="80" cy="2397"/>
            </a:xfrm>
            <a:custGeom>
              <a:rect b="b" l="l" r="r" t="t"/>
              <a:pathLst>
                <a:path extrusionOk="0" h="30" w="1">
                  <a:moveTo>
                    <a:pt x="1" y="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15"/>
            <p:cNvSpPr/>
            <p:nvPr/>
          </p:nvSpPr>
          <p:spPr>
            <a:xfrm>
              <a:off x="5454584" y="3811996"/>
              <a:ext cx="114278" cy="460950"/>
            </a:xfrm>
            <a:custGeom>
              <a:rect b="b" l="l" r="r" t="t"/>
              <a:pathLst>
                <a:path extrusionOk="0" h="5768" w="1430">
                  <a:moveTo>
                    <a:pt x="1177" y="1"/>
                  </a:moveTo>
                  <a:cubicBezTo>
                    <a:pt x="1176" y="1"/>
                    <a:pt x="1175" y="2"/>
                    <a:pt x="1175" y="3"/>
                  </a:cubicBezTo>
                  <a:lnTo>
                    <a:pt x="1175" y="3"/>
                  </a:lnTo>
                  <a:cubicBezTo>
                    <a:pt x="1175" y="2"/>
                    <a:pt x="1176" y="2"/>
                    <a:pt x="1177" y="1"/>
                  </a:cubicBezTo>
                  <a:close/>
                  <a:moveTo>
                    <a:pt x="1175" y="3"/>
                  </a:moveTo>
                  <a:lnTo>
                    <a:pt x="1175" y="3"/>
                  </a:lnTo>
                  <a:cubicBezTo>
                    <a:pt x="708" y="551"/>
                    <a:pt x="347" y="1338"/>
                    <a:pt x="215" y="2522"/>
                  </a:cubicBezTo>
                  <a:cubicBezTo>
                    <a:pt x="1" y="4031"/>
                    <a:pt x="696" y="5767"/>
                    <a:pt x="696" y="5767"/>
                  </a:cubicBezTo>
                  <a:lnTo>
                    <a:pt x="1430" y="5553"/>
                  </a:lnTo>
                  <a:cubicBezTo>
                    <a:pt x="1215" y="5072"/>
                    <a:pt x="856" y="4140"/>
                    <a:pt x="949" y="3339"/>
                  </a:cubicBezTo>
                  <a:cubicBezTo>
                    <a:pt x="1043" y="2537"/>
                    <a:pt x="962" y="2096"/>
                    <a:pt x="858" y="2096"/>
                  </a:cubicBezTo>
                  <a:cubicBezTo>
                    <a:pt x="817" y="2096"/>
                    <a:pt x="773" y="2166"/>
                    <a:pt x="734" y="2311"/>
                  </a:cubicBezTo>
                  <a:cubicBezTo>
                    <a:pt x="695" y="2464"/>
                    <a:pt x="655" y="2534"/>
                    <a:pt x="623" y="2534"/>
                  </a:cubicBezTo>
                  <a:cubicBezTo>
                    <a:pt x="547" y="2534"/>
                    <a:pt x="512" y="2141"/>
                    <a:pt x="616" y="1548"/>
                  </a:cubicBezTo>
                  <a:cubicBezTo>
                    <a:pt x="744" y="743"/>
                    <a:pt x="1139" y="50"/>
                    <a:pt x="1175" y="3"/>
                  </a:cubicBezTo>
                  <a:close/>
                </a:path>
              </a:pathLst>
            </a:custGeom>
            <a:solidFill>
              <a:srgbClr val="FFFFFF">
                <a:alpha val="4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4" name="Google Shape;2034;p15"/>
          <p:cNvGrpSpPr/>
          <p:nvPr/>
        </p:nvGrpSpPr>
        <p:grpSpPr>
          <a:xfrm>
            <a:off x="6755479" y="3576204"/>
            <a:ext cx="1129918" cy="278457"/>
            <a:chOff x="713231" y="815211"/>
            <a:chExt cx="894914" cy="220542"/>
          </a:xfrm>
        </p:grpSpPr>
        <p:sp>
          <p:nvSpPr>
            <p:cNvPr id="2035" name="Google Shape;2035;p15"/>
            <p:cNvSpPr/>
            <p:nvPr/>
          </p:nvSpPr>
          <p:spPr>
            <a:xfrm>
              <a:off x="1387603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15"/>
            <p:cNvSpPr/>
            <p:nvPr/>
          </p:nvSpPr>
          <p:spPr>
            <a:xfrm>
              <a:off x="713231" y="815211"/>
              <a:ext cx="222044" cy="220542"/>
            </a:xfrm>
            <a:custGeom>
              <a:rect b="b" l="l" r="r" t="t"/>
              <a:pathLst>
                <a:path extrusionOk="0" h="1763" w="1775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15"/>
            <p:cNvSpPr/>
            <p:nvPr/>
          </p:nvSpPr>
          <p:spPr>
            <a:xfrm>
              <a:off x="1050229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8" name="Google Shape;2038;p15"/>
          <p:cNvSpPr txBox="1"/>
          <p:nvPr>
            <p:ph idx="5" type="title"/>
          </p:nvPr>
        </p:nvSpPr>
        <p:spPr>
          <a:xfrm>
            <a:off x="835825" y="3943872"/>
            <a:ext cx="860100" cy="4476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700"/>
              <a:t>05</a:t>
            </a:r>
            <a:endParaRPr sz="2700"/>
          </a:p>
        </p:txBody>
      </p:sp>
      <p:sp>
        <p:nvSpPr>
          <p:cNvPr id="2039" name="Google Shape;2039;p15"/>
          <p:cNvSpPr txBox="1"/>
          <p:nvPr>
            <p:ph idx="7" type="subTitle"/>
          </p:nvPr>
        </p:nvSpPr>
        <p:spPr>
          <a:xfrm>
            <a:off x="3701075" y="3371700"/>
            <a:ext cx="21204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100"/>
              <a:t>Rules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16"/>
          <p:cNvSpPr txBox="1"/>
          <p:nvPr/>
        </p:nvSpPr>
        <p:spPr>
          <a:xfrm>
            <a:off x="960600" y="1073325"/>
            <a:ext cx="5754000" cy="3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Let’s Play a</a:t>
            </a:r>
            <a:endParaRPr b="1" sz="68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r>
              <a:rPr b="1" lang="en-US" sz="680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Game</a:t>
            </a:r>
            <a:endParaRPr b="1" sz="6800">
              <a:solidFill>
                <a:srgbClr val="FF247F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C0DA"/>
                </a:solidFill>
              </a:rPr>
              <a:t>Tell us</a:t>
            </a:r>
            <a:endParaRPr>
              <a:solidFill>
                <a:srgbClr val="00C0DA"/>
              </a:solidFill>
            </a:endParaRPr>
          </a:p>
        </p:txBody>
      </p:sp>
      <p:sp>
        <p:nvSpPr>
          <p:cNvPr id="2050" name="Google Shape;2050;p17"/>
          <p:cNvSpPr txBox="1"/>
          <p:nvPr>
            <p:ph idx="3" type="subTitle"/>
          </p:nvPr>
        </p:nvSpPr>
        <p:spPr>
          <a:xfrm>
            <a:off x="713228" y="1257625"/>
            <a:ext cx="4259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you are</a:t>
            </a:r>
            <a:endParaRPr/>
          </a:p>
        </p:txBody>
      </p:sp>
      <p:sp>
        <p:nvSpPr>
          <p:cNvPr id="2051" name="Google Shape;2051;p17"/>
          <p:cNvSpPr txBox="1"/>
          <p:nvPr>
            <p:ph idx="4" type="subTitle"/>
          </p:nvPr>
        </p:nvSpPr>
        <p:spPr>
          <a:xfrm>
            <a:off x="713224" y="2947150"/>
            <a:ext cx="5226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thing you want to learn</a:t>
            </a:r>
            <a:endParaRPr/>
          </a:p>
        </p:txBody>
      </p:sp>
      <p:sp>
        <p:nvSpPr>
          <p:cNvPr id="2052" name="Google Shape;2052;p17"/>
          <p:cNvSpPr txBox="1"/>
          <p:nvPr>
            <p:ph idx="4" type="subTitle"/>
          </p:nvPr>
        </p:nvSpPr>
        <p:spPr>
          <a:xfrm>
            <a:off x="713224" y="2056425"/>
            <a:ext cx="55317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247F"/>
                </a:solidFill>
              </a:rPr>
              <a:t>one skill / good trait you have</a:t>
            </a:r>
            <a:endParaRPr>
              <a:solidFill>
                <a:srgbClr val="FF247F"/>
              </a:solidFill>
            </a:endParaRPr>
          </a:p>
        </p:txBody>
      </p:sp>
      <p:sp>
        <p:nvSpPr>
          <p:cNvPr id="2053" name="Google Shape;2053;p17"/>
          <p:cNvSpPr txBox="1"/>
          <p:nvPr>
            <p:ph idx="4" type="subTitle"/>
          </p:nvPr>
        </p:nvSpPr>
        <p:spPr>
          <a:xfrm>
            <a:off x="713225" y="3837875"/>
            <a:ext cx="6647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247F"/>
                </a:solidFill>
              </a:rPr>
              <a:t>The name of 3 people in the room</a:t>
            </a:r>
            <a:endParaRPr>
              <a:solidFill>
                <a:srgbClr val="FF247F"/>
              </a:solidFill>
            </a:endParaRPr>
          </a:p>
        </p:txBody>
      </p:sp>
      <p:sp>
        <p:nvSpPr>
          <p:cNvPr id="2054" name="Google Shape;2054;p17"/>
          <p:cNvSpPr txBox="1"/>
          <p:nvPr>
            <p:ph type="title"/>
          </p:nvPr>
        </p:nvSpPr>
        <p:spPr>
          <a:xfrm>
            <a:off x="5939825" y="1195775"/>
            <a:ext cx="2771100" cy="264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</a:rPr>
              <a:t>Only</a:t>
            </a:r>
            <a:endParaRPr sz="2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</a:rPr>
              <a:t>1 Rule</a:t>
            </a:r>
            <a:endParaRPr sz="2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</a:rPr>
              <a:t>No</a:t>
            </a:r>
            <a:endParaRPr sz="28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</a:rPr>
              <a:t>programming</a:t>
            </a:r>
            <a:endParaRPr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9" name="Google Shape;2059;p18"/>
          <p:cNvGrpSpPr/>
          <p:nvPr/>
        </p:nvGrpSpPr>
        <p:grpSpPr>
          <a:xfrm>
            <a:off x="5162923" y="1285254"/>
            <a:ext cx="3242422" cy="2381590"/>
            <a:chOff x="296117" y="2376907"/>
            <a:chExt cx="715672" cy="525668"/>
          </a:xfrm>
        </p:grpSpPr>
        <p:sp>
          <p:nvSpPr>
            <p:cNvPr id="2060" name="Google Shape;2060;p18"/>
            <p:cNvSpPr/>
            <p:nvPr/>
          </p:nvSpPr>
          <p:spPr>
            <a:xfrm>
              <a:off x="476250" y="2376907"/>
              <a:ext cx="355343" cy="46378"/>
            </a:xfrm>
            <a:custGeom>
              <a:rect b="b" l="l" r="r" t="t"/>
              <a:pathLst>
                <a:path extrusionOk="0" h="828" w="6344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18"/>
            <p:cNvSpPr/>
            <p:nvPr/>
          </p:nvSpPr>
          <p:spPr>
            <a:xfrm>
              <a:off x="394081" y="2441881"/>
              <a:ext cx="520412" cy="47275"/>
            </a:xfrm>
            <a:custGeom>
              <a:rect b="b" l="l" r="r" t="t"/>
              <a:pathLst>
                <a:path extrusionOk="0" h="844" w="9291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18"/>
            <p:cNvSpPr/>
            <p:nvPr/>
          </p:nvSpPr>
          <p:spPr>
            <a:xfrm>
              <a:off x="353025" y="2507022"/>
              <a:ext cx="601854" cy="33608"/>
            </a:xfrm>
            <a:custGeom>
              <a:rect b="b" l="l" r="r" t="t"/>
              <a:pathLst>
                <a:path extrusionOk="0" h="600" w="10745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18"/>
            <p:cNvSpPr/>
            <p:nvPr/>
          </p:nvSpPr>
          <p:spPr>
            <a:xfrm>
              <a:off x="322330" y="2571995"/>
              <a:ext cx="663244" cy="27670"/>
            </a:xfrm>
            <a:custGeom>
              <a:rect b="b" l="l" r="r" t="t"/>
              <a:pathLst>
                <a:path extrusionOk="0" h="494" w="11841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18"/>
            <p:cNvSpPr/>
            <p:nvPr/>
          </p:nvSpPr>
          <p:spPr>
            <a:xfrm>
              <a:off x="303679" y="2637137"/>
              <a:ext cx="701276" cy="25318"/>
            </a:xfrm>
            <a:custGeom>
              <a:rect b="b" l="l" r="r" t="t"/>
              <a:pathLst>
                <a:path extrusionOk="0" h="452" w="1252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18"/>
            <p:cNvSpPr/>
            <p:nvPr/>
          </p:nvSpPr>
          <p:spPr>
            <a:xfrm>
              <a:off x="296117" y="2702054"/>
              <a:ext cx="715672" cy="21789"/>
            </a:xfrm>
            <a:custGeom>
              <a:rect b="b" l="l" r="r" t="t"/>
              <a:pathLst>
                <a:path extrusionOk="0" h="389" w="12777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18"/>
            <p:cNvSpPr/>
            <p:nvPr/>
          </p:nvSpPr>
          <p:spPr>
            <a:xfrm>
              <a:off x="297741" y="2767923"/>
              <a:ext cx="712423" cy="14227"/>
            </a:xfrm>
            <a:custGeom>
              <a:rect b="b" l="l" r="r" t="t"/>
              <a:pathLst>
                <a:path extrusionOk="0" h="254" w="12719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18"/>
            <p:cNvSpPr/>
            <p:nvPr/>
          </p:nvSpPr>
          <p:spPr>
            <a:xfrm>
              <a:off x="309560" y="2832897"/>
              <a:ext cx="688786" cy="12043"/>
            </a:xfrm>
            <a:custGeom>
              <a:rect b="b" l="l" r="r" t="t"/>
              <a:pathLst>
                <a:path extrusionOk="0" h="215" w="12297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18"/>
            <p:cNvSpPr/>
            <p:nvPr/>
          </p:nvSpPr>
          <p:spPr>
            <a:xfrm>
              <a:off x="335773" y="2898038"/>
              <a:ext cx="637086" cy="4537"/>
            </a:xfrm>
            <a:custGeom>
              <a:rect b="b" l="l" r="r" t="t"/>
              <a:pathLst>
                <a:path extrusionOk="0" h="81" w="11374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9" name="Google Shape;2069;p18"/>
          <p:cNvSpPr txBox="1"/>
          <p:nvPr>
            <p:ph type="title"/>
          </p:nvPr>
        </p:nvSpPr>
        <p:spPr>
          <a:xfrm>
            <a:off x="713225" y="2343611"/>
            <a:ext cx="38277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800"/>
              <a:t>Why Game</a:t>
            </a:r>
            <a:endParaRPr sz="3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800"/>
              <a:t>Development</a:t>
            </a:r>
            <a:endParaRPr sz="3800"/>
          </a:p>
        </p:txBody>
      </p:sp>
      <p:sp>
        <p:nvSpPr>
          <p:cNvPr id="2070" name="Google Shape;2070;p18"/>
          <p:cNvSpPr txBox="1"/>
          <p:nvPr>
            <p:ph idx="2" type="title"/>
          </p:nvPr>
        </p:nvSpPr>
        <p:spPr>
          <a:xfrm>
            <a:off x="815400" y="1105150"/>
            <a:ext cx="1300200" cy="8418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01</a:t>
            </a:r>
            <a:endParaRPr/>
          </a:p>
        </p:txBody>
      </p:sp>
      <p:grpSp>
        <p:nvGrpSpPr>
          <p:cNvPr id="2071" name="Google Shape;2071;p18"/>
          <p:cNvGrpSpPr/>
          <p:nvPr/>
        </p:nvGrpSpPr>
        <p:grpSpPr>
          <a:xfrm>
            <a:off x="5364473" y="1918854"/>
            <a:ext cx="2762208" cy="2879270"/>
            <a:chOff x="5364473" y="1918854"/>
            <a:chExt cx="2762208" cy="2879270"/>
          </a:xfrm>
        </p:grpSpPr>
        <p:grpSp>
          <p:nvGrpSpPr>
            <p:cNvPr id="2072" name="Google Shape;2072;p18"/>
            <p:cNvGrpSpPr/>
            <p:nvPr/>
          </p:nvGrpSpPr>
          <p:grpSpPr>
            <a:xfrm>
              <a:off x="7123237" y="2127277"/>
              <a:ext cx="1003444" cy="2670847"/>
              <a:chOff x="6041499" y="927782"/>
              <a:chExt cx="395899" cy="1053755"/>
            </a:xfrm>
          </p:grpSpPr>
          <p:sp>
            <p:nvSpPr>
              <p:cNvPr id="2073" name="Google Shape;2073;p18"/>
              <p:cNvSpPr/>
              <p:nvPr/>
            </p:nvSpPr>
            <p:spPr>
              <a:xfrm>
                <a:off x="6324155" y="1217789"/>
                <a:ext cx="17182" cy="763748"/>
              </a:xfrm>
              <a:custGeom>
                <a:rect b="b" l="l" r="r" t="t"/>
                <a:pathLst>
                  <a:path extrusionOk="0" h="9557" w="215">
                    <a:moveTo>
                      <a:pt x="0" y="1"/>
                    </a:moveTo>
                    <a:lnTo>
                      <a:pt x="0" y="9557"/>
                    </a:lnTo>
                    <a:lnTo>
                      <a:pt x="215" y="9557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4" name="Google Shape;2074;p18"/>
              <p:cNvSpPr/>
              <p:nvPr/>
            </p:nvSpPr>
            <p:spPr>
              <a:xfrm>
                <a:off x="6313367" y="982043"/>
                <a:ext cx="124028" cy="267875"/>
              </a:xfrm>
              <a:custGeom>
                <a:rect b="b" l="l" r="r" t="t"/>
                <a:pathLst>
                  <a:path extrusionOk="0" h="3352" w="1552">
                    <a:moveTo>
                      <a:pt x="1" y="0"/>
                    </a:moveTo>
                    <a:lnTo>
                      <a:pt x="590" y="3351"/>
                    </a:lnTo>
                    <a:lnTo>
                      <a:pt x="1551" y="3351"/>
                    </a:lnTo>
                    <a:lnTo>
                      <a:pt x="590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5" name="Google Shape;2075;p18"/>
              <p:cNvSpPr/>
              <p:nvPr/>
            </p:nvSpPr>
            <p:spPr>
              <a:xfrm>
                <a:off x="6068111" y="927782"/>
                <a:ext cx="369287" cy="406368"/>
              </a:xfrm>
              <a:custGeom>
                <a:rect b="b" l="l" r="r" t="t"/>
                <a:pathLst>
                  <a:path extrusionOk="0" h="5085" w="4621">
                    <a:moveTo>
                      <a:pt x="1" y="0"/>
                    </a:moveTo>
                    <a:lnTo>
                      <a:pt x="1788" y="5084"/>
                    </a:lnTo>
                    <a:lnTo>
                      <a:pt x="4620" y="5084"/>
                    </a:lnTo>
                    <a:lnTo>
                      <a:pt x="3099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6" name="Google Shape;2076;p18"/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rect b="b" l="l" r="r" t="t"/>
                <a:pathLst>
                  <a:path extrusionOk="0" h="5085" w="4605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7" name="Google Shape;2077;p18"/>
              <p:cNvSpPr/>
              <p:nvPr/>
            </p:nvSpPr>
            <p:spPr>
              <a:xfrm>
                <a:off x="6041499" y="927782"/>
                <a:ext cx="368009" cy="406368"/>
              </a:xfrm>
              <a:custGeom>
                <a:rect b="b" l="l" r="r" t="t"/>
                <a:pathLst>
                  <a:path extrusionOk="0" h="5085" w="4605">
                    <a:moveTo>
                      <a:pt x="1" y="0"/>
                    </a:moveTo>
                    <a:lnTo>
                      <a:pt x="1775" y="5084"/>
                    </a:lnTo>
                    <a:lnTo>
                      <a:pt x="4604" y="5084"/>
                    </a:lnTo>
                    <a:lnTo>
                      <a:pt x="30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57175" rotWithShape="0" algn="bl" dir="5400000" dist="114300">
                  <a:schemeClr val="dk1">
                    <a:alpha val="49803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8" name="Google Shape;2078;p18"/>
            <p:cNvGrpSpPr/>
            <p:nvPr/>
          </p:nvGrpSpPr>
          <p:grpSpPr>
            <a:xfrm>
              <a:off x="5364473" y="2127277"/>
              <a:ext cx="1006078" cy="2670847"/>
              <a:chOff x="4234325" y="927782"/>
              <a:chExt cx="396937" cy="1053755"/>
            </a:xfrm>
          </p:grpSpPr>
          <p:sp>
            <p:nvSpPr>
              <p:cNvPr id="2079" name="Google Shape;2079;p18"/>
              <p:cNvSpPr/>
              <p:nvPr/>
            </p:nvSpPr>
            <p:spPr>
              <a:xfrm>
                <a:off x="4331661" y="1217789"/>
                <a:ext cx="15903" cy="763748"/>
              </a:xfrm>
              <a:custGeom>
                <a:rect b="b" l="l" r="r" t="t"/>
                <a:pathLst>
                  <a:path extrusionOk="0" h="9557" w="199">
                    <a:moveTo>
                      <a:pt x="0" y="1"/>
                    </a:moveTo>
                    <a:lnTo>
                      <a:pt x="0" y="9557"/>
                    </a:lnTo>
                    <a:lnTo>
                      <a:pt x="199" y="9557"/>
                    </a:lnTo>
                    <a:lnTo>
                      <a:pt x="199" y="1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0" name="Google Shape;2080;p18"/>
              <p:cNvSpPr/>
              <p:nvPr/>
            </p:nvSpPr>
            <p:spPr>
              <a:xfrm>
                <a:off x="4234325" y="982043"/>
                <a:ext cx="125067" cy="267875"/>
              </a:xfrm>
              <a:custGeom>
                <a:rect b="b" l="l" r="r" t="t"/>
                <a:pathLst>
                  <a:path extrusionOk="0" h="3352" w="1565">
                    <a:moveTo>
                      <a:pt x="978" y="0"/>
                    </a:moveTo>
                    <a:lnTo>
                      <a:pt x="1" y="3351"/>
                    </a:lnTo>
                    <a:lnTo>
                      <a:pt x="978" y="3351"/>
                    </a:lnTo>
                    <a:lnTo>
                      <a:pt x="1564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18"/>
              <p:cNvSpPr/>
              <p:nvPr/>
            </p:nvSpPr>
            <p:spPr>
              <a:xfrm>
                <a:off x="4234325" y="927782"/>
                <a:ext cx="369287" cy="406368"/>
              </a:xfrm>
              <a:custGeom>
                <a:rect b="b" l="l" r="r" t="t"/>
                <a:pathLst>
                  <a:path extrusionOk="0" h="5085" w="4621">
                    <a:moveTo>
                      <a:pt x="1522" y="0"/>
                    </a:moveTo>
                    <a:lnTo>
                      <a:pt x="1" y="5084"/>
                    </a:lnTo>
                    <a:lnTo>
                      <a:pt x="2833" y="5084"/>
                    </a:lnTo>
                    <a:lnTo>
                      <a:pt x="462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2" name="Google Shape;2082;p18"/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rect b="b" l="l" r="r" t="t"/>
                <a:pathLst>
                  <a:path extrusionOk="0" h="5085" w="4618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3" name="Google Shape;2083;p18"/>
              <p:cNvSpPr/>
              <p:nvPr/>
            </p:nvSpPr>
            <p:spPr>
              <a:xfrm>
                <a:off x="4262215" y="927782"/>
                <a:ext cx="369047" cy="406368"/>
              </a:xfrm>
              <a:custGeom>
                <a:rect b="b" l="l" r="r" t="t"/>
                <a:pathLst>
                  <a:path extrusionOk="0" h="5085" w="4618">
                    <a:moveTo>
                      <a:pt x="1523" y="0"/>
                    </a:moveTo>
                    <a:lnTo>
                      <a:pt x="1" y="5084"/>
                    </a:lnTo>
                    <a:lnTo>
                      <a:pt x="2830" y="5084"/>
                    </a:lnTo>
                    <a:lnTo>
                      <a:pt x="4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214313" rotWithShape="0" algn="bl" dir="5400000" dist="114300">
                  <a:schemeClr val="dk1">
                    <a:alpha val="49803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4" name="Google Shape;2084;p18"/>
            <p:cNvGrpSpPr/>
            <p:nvPr/>
          </p:nvGrpSpPr>
          <p:grpSpPr>
            <a:xfrm>
              <a:off x="5790231" y="1918854"/>
              <a:ext cx="1987848" cy="2879270"/>
              <a:chOff x="4950115" y="845551"/>
              <a:chExt cx="784285" cy="1135986"/>
            </a:xfrm>
          </p:grpSpPr>
          <p:sp>
            <p:nvSpPr>
              <p:cNvPr id="2085" name="Google Shape;2085;p18"/>
              <p:cNvSpPr/>
              <p:nvPr/>
            </p:nvSpPr>
            <p:spPr>
              <a:xfrm>
                <a:off x="4951153" y="1212435"/>
                <a:ext cx="783247" cy="769102"/>
              </a:xfrm>
              <a:custGeom>
                <a:rect b="b" l="l" r="r" t="t"/>
                <a:pathLst>
                  <a:path extrusionOk="0" h="9624" w="9801">
                    <a:moveTo>
                      <a:pt x="2804" y="1"/>
                    </a:moveTo>
                    <a:lnTo>
                      <a:pt x="1176" y="1135"/>
                    </a:lnTo>
                    <a:cubicBezTo>
                      <a:pt x="430" y="1657"/>
                      <a:pt x="1" y="2509"/>
                      <a:pt x="1" y="3406"/>
                    </a:cubicBezTo>
                    <a:lnTo>
                      <a:pt x="1" y="7048"/>
                    </a:lnTo>
                    <a:lnTo>
                      <a:pt x="1618" y="6555"/>
                    </a:lnTo>
                    <a:lnTo>
                      <a:pt x="1618" y="9624"/>
                    </a:lnTo>
                    <a:lnTo>
                      <a:pt x="8170" y="9624"/>
                    </a:lnTo>
                    <a:lnTo>
                      <a:pt x="8170" y="6555"/>
                    </a:lnTo>
                    <a:lnTo>
                      <a:pt x="9800" y="7048"/>
                    </a:lnTo>
                    <a:lnTo>
                      <a:pt x="9800" y="3406"/>
                    </a:lnTo>
                    <a:cubicBezTo>
                      <a:pt x="9800" y="2509"/>
                      <a:pt x="9358" y="1657"/>
                      <a:pt x="8612" y="1135"/>
                    </a:cubicBezTo>
                    <a:lnTo>
                      <a:pt x="6984" y="1"/>
                    </a:lnTo>
                    <a:lnTo>
                      <a:pt x="4902" y="1682"/>
                    </a:lnTo>
                    <a:lnTo>
                      <a:pt x="280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35000">
                    <a:schemeClr val="accent5"/>
                  </a:gs>
                  <a:gs pos="49000">
                    <a:schemeClr val="accent4"/>
                  </a:gs>
                  <a:gs pos="73000">
                    <a:schemeClr val="accent5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6" name="Google Shape;2086;p18"/>
              <p:cNvSpPr/>
              <p:nvPr/>
            </p:nvSpPr>
            <p:spPr>
              <a:xfrm>
                <a:off x="4951153" y="1278523"/>
                <a:ext cx="129382" cy="463187"/>
              </a:xfrm>
              <a:custGeom>
                <a:rect b="b" l="l" r="r" t="t"/>
                <a:pathLst>
                  <a:path extrusionOk="0" h="5796" w="1619">
                    <a:moveTo>
                      <a:pt x="1618" y="0"/>
                    </a:moveTo>
                    <a:lnTo>
                      <a:pt x="1176" y="308"/>
                    </a:lnTo>
                    <a:cubicBezTo>
                      <a:pt x="430" y="830"/>
                      <a:pt x="1" y="1682"/>
                      <a:pt x="1" y="2579"/>
                    </a:cubicBezTo>
                    <a:lnTo>
                      <a:pt x="1" y="5420"/>
                    </a:lnTo>
                    <a:lnTo>
                      <a:pt x="1417" y="5795"/>
                    </a:lnTo>
                    <a:lnTo>
                      <a:pt x="1618" y="5728"/>
                    </a:lnTo>
                    <a:lnTo>
                      <a:pt x="16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7" name="Google Shape;2087;p18"/>
              <p:cNvSpPr/>
              <p:nvPr/>
            </p:nvSpPr>
            <p:spPr>
              <a:xfrm>
                <a:off x="5154934" y="1212435"/>
                <a:ext cx="374642" cy="200507"/>
              </a:xfrm>
              <a:custGeom>
                <a:rect b="b" l="l" r="r" t="t"/>
                <a:pathLst>
                  <a:path extrusionOk="0" h="2509" w="4688">
                    <a:moveTo>
                      <a:pt x="254" y="1"/>
                    </a:moveTo>
                    <a:lnTo>
                      <a:pt x="1" y="174"/>
                    </a:lnTo>
                    <a:cubicBezTo>
                      <a:pt x="375" y="683"/>
                      <a:pt x="1189" y="1708"/>
                      <a:pt x="2352" y="2509"/>
                    </a:cubicBezTo>
                    <a:cubicBezTo>
                      <a:pt x="3499" y="1708"/>
                      <a:pt x="4313" y="683"/>
                      <a:pt x="4687" y="174"/>
                    </a:cubicBezTo>
                    <a:lnTo>
                      <a:pt x="4434" y="1"/>
                    </a:lnTo>
                    <a:lnTo>
                      <a:pt x="2352" y="1682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8" name="Google Shape;2088;p18"/>
              <p:cNvSpPr/>
              <p:nvPr/>
            </p:nvSpPr>
            <p:spPr>
              <a:xfrm>
                <a:off x="5225338" y="1183746"/>
                <a:ext cx="240224" cy="152398"/>
              </a:xfrm>
              <a:custGeom>
                <a:rect b="b" l="l" r="r" t="t"/>
                <a:pathLst>
                  <a:path extrusionOk="0" h="1907" w="3006">
                    <a:moveTo>
                      <a:pt x="1" y="1"/>
                    </a:moveTo>
                    <a:lnTo>
                      <a:pt x="1631" y="1907"/>
                    </a:lnTo>
                    <a:lnTo>
                      <a:pt x="2631" y="895"/>
                    </a:lnTo>
                    <a:lnTo>
                      <a:pt x="3006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18"/>
              <p:cNvSpPr/>
              <p:nvPr/>
            </p:nvSpPr>
            <p:spPr>
              <a:xfrm>
                <a:off x="5263777" y="1132601"/>
                <a:ext cx="157992" cy="180288"/>
              </a:xfrm>
              <a:custGeom>
                <a:rect b="b" l="l" r="r" t="t"/>
                <a:pathLst>
                  <a:path extrusionOk="0" h="2256" w="1977">
                    <a:moveTo>
                      <a:pt x="0" y="0"/>
                    </a:moveTo>
                    <a:lnTo>
                      <a:pt x="0" y="1173"/>
                    </a:lnTo>
                    <a:lnTo>
                      <a:pt x="990" y="2255"/>
                    </a:lnTo>
                    <a:lnTo>
                      <a:pt x="1977" y="1173"/>
                    </a:lnTo>
                    <a:lnTo>
                      <a:pt x="1977" y="0"/>
                    </a:lnTo>
                    <a:lnTo>
                      <a:pt x="990" y="9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0" name="Google Shape;2090;p18"/>
              <p:cNvSpPr/>
              <p:nvPr/>
            </p:nvSpPr>
            <p:spPr>
              <a:xfrm>
                <a:off x="5263777" y="1111024"/>
                <a:ext cx="119633" cy="147283"/>
              </a:xfrm>
              <a:custGeom>
                <a:rect b="b" l="l" r="r" t="t"/>
                <a:pathLst>
                  <a:path extrusionOk="0" h="1843" w="1497">
                    <a:moveTo>
                      <a:pt x="0" y="1"/>
                    </a:moveTo>
                    <a:lnTo>
                      <a:pt x="0" y="1443"/>
                    </a:lnTo>
                    <a:lnTo>
                      <a:pt x="362" y="1843"/>
                    </a:lnTo>
                    <a:cubicBezTo>
                      <a:pt x="1096" y="1712"/>
                      <a:pt x="1496" y="1257"/>
                      <a:pt x="1496" y="1257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1" name="Google Shape;2091;p18"/>
              <p:cNvSpPr/>
              <p:nvPr/>
            </p:nvSpPr>
            <p:spPr>
              <a:xfrm>
                <a:off x="5445261" y="976689"/>
                <a:ext cx="43634" cy="112520"/>
              </a:xfrm>
              <a:custGeom>
                <a:rect b="b" l="l" r="r" t="t"/>
                <a:pathLst>
                  <a:path extrusionOk="0" h="1408" w="546">
                    <a:moveTo>
                      <a:pt x="106" y="0"/>
                    </a:moveTo>
                    <a:lnTo>
                      <a:pt x="1" y="1403"/>
                    </a:lnTo>
                    <a:cubicBezTo>
                      <a:pt x="1" y="1403"/>
                      <a:pt x="48" y="1408"/>
                      <a:pt x="110" y="1408"/>
                    </a:cubicBezTo>
                    <a:cubicBezTo>
                      <a:pt x="231" y="1408"/>
                      <a:pt x="410" y="1391"/>
                      <a:pt x="427" y="1294"/>
                    </a:cubicBezTo>
                    <a:cubicBezTo>
                      <a:pt x="452" y="1150"/>
                      <a:pt x="545" y="493"/>
                      <a:pt x="507" y="333"/>
                    </a:cubicBezTo>
                    <a:cubicBezTo>
                      <a:pt x="452" y="173"/>
                      <a:pt x="106" y="0"/>
                      <a:pt x="106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2" name="Google Shape;2092;p18"/>
              <p:cNvSpPr/>
              <p:nvPr/>
            </p:nvSpPr>
            <p:spPr>
              <a:xfrm>
                <a:off x="5469555" y="990514"/>
                <a:ext cx="19339" cy="97336"/>
              </a:xfrm>
              <a:custGeom>
                <a:rect b="b" l="l" r="r" t="t"/>
                <a:pathLst>
                  <a:path extrusionOk="0" h="1218" w="242">
                    <a:moveTo>
                      <a:pt x="68" y="0"/>
                    </a:moveTo>
                    <a:cubicBezTo>
                      <a:pt x="81" y="215"/>
                      <a:pt x="97" y="657"/>
                      <a:pt x="1" y="1217"/>
                    </a:cubicBezTo>
                    <a:cubicBezTo>
                      <a:pt x="55" y="1201"/>
                      <a:pt x="110" y="1176"/>
                      <a:pt x="123" y="1121"/>
                    </a:cubicBezTo>
                    <a:cubicBezTo>
                      <a:pt x="148" y="977"/>
                      <a:pt x="241" y="320"/>
                      <a:pt x="203" y="160"/>
                    </a:cubicBezTo>
                    <a:cubicBezTo>
                      <a:pt x="177" y="109"/>
                      <a:pt x="135" y="55"/>
                      <a:pt x="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3" name="Google Shape;2093;p18"/>
              <p:cNvSpPr/>
              <p:nvPr/>
            </p:nvSpPr>
            <p:spPr>
              <a:xfrm>
                <a:off x="5420648" y="958469"/>
                <a:ext cx="43873" cy="147283"/>
              </a:xfrm>
              <a:custGeom>
                <a:rect b="b" l="l" r="r" t="t"/>
                <a:pathLst>
                  <a:path extrusionOk="0" h="1843" w="549">
                    <a:moveTo>
                      <a:pt x="132" y="1"/>
                    </a:moveTo>
                    <a:lnTo>
                      <a:pt x="1" y="1843"/>
                    </a:lnTo>
                    <a:cubicBezTo>
                      <a:pt x="1" y="1843"/>
                      <a:pt x="321" y="1830"/>
                      <a:pt x="414" y="1670"/>
                    </a:cubicBezTo>
                    <a:cubicBezTo>
                      <a:pt x="507" y="1497"/>
                      <a:pt x="549" y="641"/>
                      <a:pt x="507" y="350"/>
                    </a:cubicBezTo>
                    <a:cubicBezTo>
                      <a:pt x="469" y="55"/>
                      <a:pt x="132" y="1"/>
                      <a:pt x="132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18"/>
              <p:cNvSpPr/>
              <p:nvPr/>
            </p:nvSpPr>
            <p:spPr>
              <a:xfrm>
                <a:off x="5216867" y="845551"/>
                <a:ext cx="251812" cy="164225"/>
              </a:xfrm>
              <a:custGeom>
                <a:rect b="b" l="l" r="r" t="t"/>
                <a:pathLst>
                  <a:path extrusionOk="0" h="2055" w="3151">
                    <a:moveTo>
                      <a:pt x="1577" y="1"/>
                    </a:moveTo>
                    <a:cubicBezTo>
                      <a:pt x="1535" y="1"/>
                      <a:pt x="440" y="14"/>
                      <a:pt x="216" y="600"/>
                    </a:cubicBezTo>
                    <a:cubicBezTo>
                      <a:pt x="1" y="1202"/>
                      <a:pt x="27" y="2054"/>
                      <a:pt x="27" y="2054"/>
                    </a:cubicBezTo>
                    <a:lnTo>
                      <a:pt x="267" y="2054"/>
                    </a:lnTo>
                    <a:cubicBezTo>
                      <a:pt x="267" y="2054"/>
                      <a:pt x="55" y="372"/>
                      <a:pt x="1068" y="321"/>
                    </a:cubicBezTo>
                    <a:lnTo>
                      <a:pt x="1577" y="267"/>
                    </a:lnTo>
                    <a:lnTo>
                      <a:pt x="2083" y="321"/>
                    </a:lnTo>
                    <a:cubicBezTo>
                      <a:pt x="3099" y="372"/>
                      <a:pt x="2884" y="2054"/>
                      <a:pt x="2884" y="2054"/>
                    </a:cubicBezTo>
                    <a:lnTo>
                      <a:pt x="3112" y="2054"/>
                    </a:lnTo>
                    <a:cubicBezTo>
                      <a:pt x="3112" y="2054"/>
                      <a:pt x="3150" y="1202"/>
                      <a:pt x="2923" y="600"/>
                    </a:cubicBezTo>
                    <a:cubicBezTo>
                      <a:pt x="2698" y="14"/>
                      <a:pt x="1616" y="1"/>
                      <a:pt x="1577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5" name="Google Shape;2095;p18"/>
              <p:cNvSpPr/>
              <p:nvPr/>
            </p:nvSpPr>
            <p:spPr>
              <a:xfrm>
                <a:off x="5195690" y="976689"/>
                <a:ext cx="44832" cy="112520"/>
              </a:xfrm>
              <a:custGeom>
                <a:rect b="b" l="l" r="r" t="t"/>
                <a:pathLst>
                  <a:path extrusionOk="0" h="1408" w="561">
                    <a:moveTo>
                      <a:pt x="439" y="0"/>
                    </a:moveTo>
                    <a:cubicBezTo>
                      <a:pt x="439" y="0"/>
                      <a:pt x="93" y="173"/>
                      <a:pt x="51" y="333"/>
                    </a:cubicBezTo>
                    <a:cubicBezTo>
                      <a:pt x="0" y="493"/>
                      <a:pt x="106" y="1150"/>
                      <a:pt x="131" y="1294"/>
                    </a:cubicBezTo>
                    <a:cubicBezTo>
                      <a:pt x="140" y="1391"/>
                      <a:pt x="323" y="1408"/>
                      <a:pt x="447" y="1408"/>
                    </a:cubicBezTo>
                    <a:cubicBezTo>
                      <a:pt x="512" y="1408"/>
                      <a:pt x="561" y="1403"/>
                      <a:pt x="561" y="1403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6" name="Google Shape;2096;p18"/>
              <p:cNvSpPr/>
              <p:nvPr/>
            </p:nvSpPr>
            <p:spPr>
              <a:xfrm>
                <a:off x="5195690" y="990514"/>
                <a:ext cx="20298" cy="97336"/>
              </a:xfrm>
              <a:custGeom>
                <a:rect b="b" l="l" r="r" t="t"/>
                <a:pathLst>
                  <a:path extrusionOk="0" h="1218" w="254">
                    <a:moveTo>
                      <a:pt x="173" y="0"/>
                    </a:moveTo>
                    <a:cubicBezTo>
                      <a:pt x="119" y="55"/>
                      <a:pt x="64" y="109"/>
                      <a:pt x="51" y="160"/>
                    </a:cubicBezTo>
                    <a:cubicBezTo>
                      <a:pt x="0" y="320"/>
                      <a:pt x="106" y="977"/>
                      <a:pt x="131" y="1121"/>
                    </a:cubicBezTo>
                    <a:cubicBezTo>
                      <a:pt x="131" y="1176"/>
                      <a:pt x="186" y="1201"/>
                      <a:pt x="253" y="1217"/>
                    </a:cubicBezTo>
                    <a:cubicBezTo>
                      <a:pt x="160" y="657"/>
                      <a:pt x="160" y="215"/>
                      <a:pt x="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7" name="Google Shape;2097;p18"/>
              <p:cNvSpPr/>
              <p:nvPr/>
            </p:nvSpPr>
            <p:spPr>
              <a:xfrm>
                <a:off x="5221263" y="958469"/>
                <a:ext cx="42595" cy="147283"/>
              </a:xfrm>
              <a:custGeom>
                <a:rect b="b" l="l" r="r" t="t"/>
                <a:pathLst>
                  <a:path extrusionOk="0" h="1843" w="533">
                    <a:moveTo>
                      <a:pt x="401" y="1"/>
                    </a:moveTo>
                    <a:cubicBezTo>
                      <a:pt x="401" y="1"/>
                      <a:pt x="64" y="55"/>
                      <a:pt x="39" y="350"/>
                    </a:cubicBezTo>
                    <a:cubicBezTo>
                      <a:pt x="0" y="641"/>
                      <a:pt x="39" y="1497"/>
                      <a:pt x="132" y="1670"/>
                    </a:cubicBezTo>
                    <a:cubicBezTo>
                      <a:pt x="225" y="1830"/>
                      <a:pt x="532" y="1843"/>
                      <a:pt x="532" y="1843"/>
                    </a:cubicBez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8" name="Google Shape;2098;p18"/>
              <p:cNvSpPr/>
              <p:nvPr/>
            </p:nvSpPr>
            <p:spPr>
              <a:xfrm>
                <a:off x="5239163" y="858417"/>
                <a:ext cx="207220" cy="100133"/>
              </a:xfrm>
              <a:custGeom>
                <a:rect b="b" l="l" r="r" t="t"/>
                <a:pathLst>
                  <a:path extrusionOk="0" h="1253" w="2593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1298" y="1201"/>
                    </a:lnTo>
                    <a:lnTo>
                      <a:pt x="2403" y="1253"/>
                    </a:lnTo>
                    <a:cubicBezTo>
                      <a:pt x="2403" y="1253"/>
                      <a:pt x="2592" y="0"/>
                      <a:pt x="1298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18"/>
              <p:cNvSpPr/>
              <p:nvPr/>
            </p:nvSpPr>
            <p:spPr>
              <a:xfrm>
                <a:off x="5298060" y="885987"/>
                <a:ext cx="89665" cy="37480"/>
              </a:xfrm>
              <a:custGeom>
                <a:rect b="b" l="l" r="r" t="t"/>
                <a:pathLst>
                  <a:path extrusionOk="0" h="469" w="1122">
                    <a:moveTo>
                      <a:pt x="534" y="0"/>
                    </a:moveTo>
                    <a:cubicBezTo>
                      <a:pt x="423" y="0"/>
                      <a:pt x="0" y="29"/>
                      <a:pt x="0" y="469"/>
                    </a:cubicBezTo>
                    <a:lnTo>
                      <a:pt x="1122" y="469"/>
                    </a:lnTo>
                    <a:cubicBezTo>
                      <a:pt x="1122" y="29"/>
                      <a:pt x="699" y="0"/>
                      <a:pt x="588" y="0"/>
                    </a:cubicBezTo>
                    <a:cubicBezTo>
                      <a:pt x="571" y="0"/>
                      <a:pt x="561" y="1"/>
                      <a:pt x="561" y="1"/>
                    </a:cubicBezTo>
                    <a:cubicBezTo>
                      <a:pt x="561" y="1"/>
                      <a:pt x="551" y="0"/>
                      <a:pt x="534" y="0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0" name="Google Shape;2100;p18"/>
              <p:cNvSpPr/>
              <p:nvPr/>
            </p:nvSpPr>
            <p:spPr>
              <a:xfrm>
                <a:off x="5367185" y="932896"/>
                <a:ext cx="7752" cy="8791"/>
              </a:xfrm>
              <a:custGeom>
                <a:rect b="b" l="l" r="r" t="t"/>
                <a:pathLst>
                  <a:path extrusionOk="0" h="110" w="97">
                    <a:moveTo>
                      <a:pt x="42" y="0"/>
                    </a:moveTo>
                    <a:cubicBezTo>
                      <a:pt x="16" y="0"/>
                      <a:pt x="0" y="29"/>
                      <a:pt x="0" y="55"/>
                    </a:cubicBezTo>
                    <a:cubicBezTo>
                      <a:pt x="0" y="80"/>
                      <a:pt x="16" y="109"/>
                      <a:pt x="42" y="109"/>
                    </a:cubicBezTo>
                    <a:cubicBezTo>
                      <a:pt x="81" y="109"/>
                      <a:pt x="97" y="80"/>
                      <a:pt x="97" y="55"/>
                    </a:cubicBezTo>
                    <a:cubicBezTo>
                      <a:pt x="97" y="29"/>
                      <a:pt x="81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1" name="Google Shape;2101;p18"/>
              <p:cNvSpPr/>
              <p:nvPr/>
            </p:nvSpPr>
            <p:spPr>
              <a:xfrm>
                <a:off x="5338496" y="932896"/>
                <a:ext cx="8551" cy="8791"/>
              </a:xfrm>
              <a:custGeom>
                <a:rect b="b" l="l" r="r" t="t"/>
                <a:pathLst>
                  <a:path extrusionOk="0" h="110" w="107">
                    <a:moveTo>
                      <a:pt x="55" y="0"/>
                    </a:moveTo>
                    <a:cubicBezTo>
                      <a:pt x="26" y="0"/>
                      <a:pt x="1" y="29"/>
                      <a:pt x="1" y="55"/>
                    </a:cubicBezTo>
                    <a:cubicBezTo>
                      <a:pt x="1" y="80"/>
                      <a:pt x="26" y="109"/>
                      <a:pt x="55" y="109"/>
                    </a:cubicBezTo>
                    <a:cubicBezTo>
                      <a:pt x="81" y="109"/>
                      <a:pt x="106" y="80"/>
                      <a:pt x="106" y="55"/>
                    </a:cubicBezTo>
                    <a:cubicBezTo>
                      <a:pt x="106" y="29"/>
                      <a:pt x="81" y="0"/>
                      <a:pt x="55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18"/>
              <p:cNvSpPr/>
              <p:nvPr/>
            </p:nvSpPr>
            <p:spPr>
              <a:xfrm>
                <a:off x="5309568" y="932896"/>
                <a:ext cx="7752" cy="8791"/>
              </a:xfrm>
              <a:custGeom>
                <a:rect b="b" l="l" r="r" t="t"/>
                <a:pathLst>
                  <a:path extrusionOk="0" h="110" w="97">
                    <a:moveTo>
                      <a:pt x="42" y="0"/>
                    </a:moveTo>
                    <a:cubicBezTo>
                      <a:pt x="17" y="0"/>
                      <a:pt x="1" y="29"/>
                      <a:pt x="1" y="55"/>
                    </a:cubicBezTo>
                    <a:cubicBezTo>
                      <a:pt x="1" y="80"/>
                      <a:pt x="17" y="109"/>
                      <a:pt x="42" y="109"/>
                    </a:cubicBezTo>
                    <a:cubicBezTo>
                      <a:pt x="68" y="109"/>
                      <a:pt x="97" y="80"/>
                      <a:pt x="97" y="55"/>
                    </a:cubicBezTo>
                    <a:cubicBezTo>
                      <a:pt x="97" y="29"/>
                      <a:pt x="68" y="0"/>
                      <a:pt x="4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18"/>
              <p:cNvSpPr/>
              <p:nvPr/>
            </p:nvSpPr>
            <p:spPr>
              <a:xfrm>
                <a:off x="5228695" y="949039"/>
                <a:ext cx="228157" cy="284737"/>
              </a:xfrm>
              <a:custGeom>
                <a:rect b="b" l="l" r="r" t="t"/>
                <a:pathLst>
                  <a:path extrusionOk="0" h="3563" w="2855">
                    <a:moveTo>
                      <a:pt x="1429" y="0"/>
                    </a:moveTo>
                    <a:cubicBezTo>
                      <a:pt x="1429" y="0"/>
                      <a:pt x="852" y="0"/>
                      <a:pt x="308" y="119"/>
                    </a:cubicBezTo>
                    <a:cubicBezTo>
                      <a:pt x="308" y="119"/>
                      <a:pt x="0" y="3258"/>
                      <a:pt x="1429" y="3562"/>
                    </a:cubicBezTo>
                    <a:cubicBezTo>
                      <a:pt x="2855" y="3258"/>
                      <a:pt x="2534" y="119"/>
                      <a:pt x="2534" y="119"/>
                    </a:cubicBezTo>
                    <a:cubicBezTo>
                      <a:pt x="1990" y="0"/>
                      <a:pt x="1429" y="0"/>
                      <a:pt x="142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4" name="Google Shape;2104;p18"/>
              <p:cNvSpPr/>
              <p:nvPr/>
            </p:nvSpPr>
            <p:spPr>
              <a:xfrm>
                <a:off x="5358715" y="1022959"/>
                <a:ext cx="64092" cy="19739"/>
              </a:xfrm>
              <a:custGeom>
                <a:rect b="b" l="l" r="r" t="t"/>
                <a:pathLst>
                  <a:path extrusionOk="0" h="247" w="802">
                    <a:moveTo>
                      <a:pt x="556" y="1"/>
                    </a:moveTo>
                    <a:cubicBezTo>
                      <a:pt x="127" y="1"/>
                      <a:pt x="1" y="235"/>
                      <a:pt x="1" y="235"/>
                    </a:cubicBezTo>
                    <a:cubicBezTo>
                      <a:pt x="97" y="240"/>
                      <a:pt x="194" y="246"/>
                      <a:pt x="288" y="246"/>
                    </a:cubicBezTo>
                    <a:cubicBezTo>
                      <a:pt x="504" y="246"/>
                      <a:pt x="698" y="209"/>
                      <a:pt x="802" y="23"/>
                    </a:cubicBezTo>
                    <a:cubicBezTo>
                      <a:pt x="710" y="8"/>
                      <a:pt x="629" y="1"/>
                      <a:pt x="5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5" name="Google Shape;2105;p18"/>
              <p:cNvSpPr/>
              <p:nvPr/>
            </p:nvSpPr>
            <p:spPr>
              <a:xfrm>
                <a:off x="5405544" y="954393"/>
                <a:ext cx="35482" cy="178290"/>
              </a:xfrm>
              <a:custGeom>
                <a:rect b="b" l="l" r="r" t="t"/>
                <a:pathLst>
                  <a:path extrusionOk="0" h="2231" w="444">
                    <a:moveTo>
                      <a:pt x="1" y="0"/>
                    </a:moveTo>
                    <a:lnTo>
                      <a:pt x="1" y="0"/>
                    </a:lnTo>
                    <a:cubicBezTo>
                      <a:pt x="43" y="321"/>
                      <a:pt x="110" y="1080"/>
                      <a:pt x="30" y="1733"/>
                    </a:cubicBezTo>
                    <a:cubicBezTo>
                      <a:pt x="1" y="1974"/>
                      <a:pt x="68" y="2134"/>
                      <a:pt x="203" y="2230"/>
                    </a:cubicBezTo>
                    <a:cubicBezTo>
                      <a:pt x="443" y="1240"/>
                      <a:pt x="321" y="52"/>
                      <a:pt x="321" y="52"/>
                    </a:cubicBezTo>
                    <a:cubicBezTo>
                      <a:pt x="216" y="26"/>
                      <a:pt x="110" y="13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6" name="Google Shape;2106;p18"/>
              <p:cNvSpPr/>
              <p:nvPr/>
            </p:nvSpPr>
            <p:spPr>
              <a:xfrm>
                <a:off x="5373579" y="1023439"/>
                <a:ext cx="36441" cy="19579"/>
              </a:xfrm>
              <a:custGeom>
                <a:rect b="b" l="l" r="r" t="t"/>
                <a:pathLst>
                  <a:path extrusionOk="0" h="245" w="456">
                    <a:moveTo>
                      <a:pt x="336" y="1"/>
                    </a:moveTo>
                    <a:cubicBezTo>
                      <a:pt x="193" y="1"/>
                      <a:pt x="95" y="36"/>
                      <a:pt x="17" y="69"/>
                    </a:cubicBezTo>
                    <a:cubicBezTo>
                      <a:pt x="1" y="85"/>
                      <a:pt x="1" y="97"/>
                      <a:pt x="1" y="123"/>
                    </a:cubicBezTo>
                    <a:cubicBezTo>
                      <a:pt x="1" y="165"/>
                      <a:pt x="17" y="203"/>
                      <a:pt x="42" y="245"/>
                    </a:cubicBezTo>
                    <a:cubicBezTo>
                      <a:pt x="190" y="245"/>
                      <a:pt x="337" y="245"/>
                      <a:pt x="443" y="178"/>
                    </a:cubicBezTo>
                    <a:cubicBezTo>
                      <a:pt x="455" y="165"/>
                      <a:pt x="455" y="136"/>
                      <a:pt x="455" y="123"/>
                    </a:cubicBezTo>
                    <a:cubicBezTo>
                      <a:pt x="455" y="69"/>
                      <a:pt x="443" y="30"/>
                      <a:pt x="417" y="5"/>
                    </a:cubicBezTo>
                    <a:cubicBezTo>
                      <a:pt x="388" y="2"/>
                      <a:pt x="362" y="1"/>
                      <a:pt x="336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18"/>
              <p:cNvSpPr/>
              <p:nvPr/>
            </p:nvSpPr>
            <p:spPr>
              <a:xfrm>
                <a:off x="5359833" y="988596"/>
                <a:ext cx="62973" cy="18061"/>
              </a:xfrm>
              <a:custGeom>
                <a:rect b="b" l="l" r="r" t="t"/>
                <a:pathLst>
                  <a:path extrusionOk="0" h="226" w="788">
                    <a:moveTo>
                      <a:pt x="268" y="1"/>
                    </a:moveTo>
                    <a:cubicBezTo>
                      <a:pt x="214" y="1"/>
                      <a:pt x="155" y="4"/>
                      <a:pt x="92" y="11"/>
                    </a:cubicBezTo>
                    <a:cubicBezTo>
                      <a:pt x="54" y="11"/>
                      <a:pt x="28" y="53"/>
                      <a:pt x="12" y="91"/>
                    </a:cubicBezTo>
                    <a:cubicBezTo>
                      <a:pt x="1" y="152"/>
                      <a:pt x="54" y="202"/>
                      <a:pt x="105" y="202"/>
                    </a:cubicBezTo>
                    <a:cubicBezTo>
                      <a:pt x="110" y="202"/>
                      <a:pt x="116" y="202"/>
                      <a:pt x="121" y="200"/>
                    </a:cubicBezTo>
                    <a:cubicBezTo>
                      <a:pt x="187" y="186"/>
                      <a:pt x="280" y="172"/>
                      <a:pt x="393" y="172"/>
                    </a:cubicBezTo>
                    <a:cubicBezTo>
                      <a:pt x="506" y="172"/>
                      <a:pt x="640" y="186"/>
                      <a:pt x="788" y="226"/>
                    </a:cubicBezTo>
                    <a:cubicBezTo>
                      <a:pt x="766" y="121"/>
                      <a:pt x="595" y="1"/>
                      <a:pt x="26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8" name="Google Shape;2108;p18"/>
              <p:cNvSpPr/>
              <p:nvPr/>
            </p:nvSpPr>
            <p:spPr>
              <a:xfrm>
                <a:off x="5262738" y="1022959"/>
                <a:ext cx="63053" cy="19739"/>
              </a:xfrm>
              <a:custGeom>
                <a:rect b="b" l="l" r="r" t="t"/>
                <a:pathLst>
                  <a:path extrusionOk="0" h="247" w="789">
                    <a:moveTo>
                      <a:pt x="241" y="1"/>
                    </a:moveTo>
                    <a:cubicBezTo>
                      <a:pt x="170" y="1"/>
                      <a:pt x="90" y="8"/>
                      <a:pt x="0" y="23"/>
                    </a:cubicBezTo>
                    <a:cubicBezTo>
                      <a:pt x="94" y="209"/>
                      <a:pt x="286" y="246"/>
                      <a:pt x="502" y="246"/>
                    </a:cubicBezTo>
                    <a:cubicBezTo>
                      <a:pt x="595" y="246"/>
                      <a:pt x="692" y="240"/>
                      <a:pt x="788" y="235"/>
                    </a:cubicBezTo>
                    <a:cubicBezTo>
                      <a:pt x="788" y="235"/>
                      <a:pt x="662" y="1"/>
                      <a:pt x="2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9" name="Google Shape;2109;p18"/>
              <p:cNvSpPr/>
              <p:nvPr/>
            </p:nvSpPr>
            <p:spPr>
              <a:xfrm>
                <a:off x="5275524" y="1023439"/>
                <a:ext cx="35402" cy="19579"/>
              </a:xfrm>
              <a:custGeom>
                <a:rect b="b" l="l" r="r" t="t"/>
                <a:pathLst>
                  <a:path extrusionOk="0" h="245" w="443">
                    <a:moveTo>
                      <a:pt x="108" y="1"/>
                    </a:moveTo>
                    <a:cubicBezTo>
                      <a:pt x="82" y="1"/>
                      <a:pt x="55" y="2"/>
                      <a:pt x="26" y="5"/>
                    </a:cubicBezTo>
                    <a:cubicBezTo>
                      <a:pt x="13" y="30"/>
                      <a:pt x="1" y="69"/>
                      <a:pt x="1" y="123"/>
                    </a:cubicBezTo>
                    <a:lnTo>
                      <a:pt x="1" y="178"/>
                    </a:lnTo>
                    <a:cubicBezTo>
                      <a:pt x="122" y="245"/>
                      <a:pt x="254" y="245"/>
                      <a:pt x="414" y="245"/>
                    </a:cubicBezTo>
                    <a:cubicBezTo>
                      <a:pt x="427" y="203"/>
                      <a:pt x="443" y="165"/>
                      <a:pt x="443" y="123"/>
                    </a:cubicBezTo>
                    <a:lnTo>
                      <a:pt x="443" y="69"/>
                    </a:lnTo>
                    <a:cubicBezTo>
                      <a:pt x="361" y="36"/>
                      <a:pt x="254" y="1"/>
                      <a:pt x="108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0" name="Google Shape;2110;p18"/>
              <p:cNvSpPr/>
              <p:nvPr/>
            </p:nvSpPr>
            <p:spPr>
              <a:xfrm>
                <a:off x="5262738" y="988596"/>
                <a:ext cx="61934" cy="18061"/>
              </a:xfrm>
              <a:custGeom>
                <a:rect b="b" l="l" r="r" t="t"/>
                <a:pathLst>
                  <a:path extrusionOk="0" h="226" w="775">
                    <a:moveTo>
                      <a:pt x="507" y="1"/>
                    </a:moveTo>
                    <a:cubicBezTo>
                      <a:pt x="180" y="1"/>
                      <a:pt x="11" y="121"/>
                      <a:pt x="0" y="226"/>
                    </a:cubicBezTo>
                    <a:cubicBezTo>
                      <a:pt x="141" y="186"/>
                      <a:pt x="275" y="172"/>
                      <a:pt x="388" y="172"/>
                    </a:cubicBezTo>
                    <a:cubicBezTo>
                      <a:pt x="502" y="172"/>
                      <a:pt x="595" y="186"/>
                      <a:pt x="654" y="200"/>
                    </a:cubicBezTo>
                    <a:cubicBezTo>
                      <a:pt x="661" y="202"/>
                      <a:pt x="667" y="202"/>
                      <a:pt x="673" y="202"/>
                    </a:cubicBezTo>
                    <a:cubicBezTo>
                      <a:pt x="731" y="202"/>
                      <a:pt x="774" y="152"/>
                      <a:pt x="763" y="91"/>
                    </a:cubicBezTo>
                    <a:cubicBezTo>
                      <a:pt x="763" y="53"/>
                      <a:pt x="721" y="11"/>
                      <a:pt x="683" y="11"/>
                    </a:cubicBezTo>
                    <a:cubicBezTo>
                      <a:pt x="620" y="4"/>
                      <a:pt x="561" y="1"/>
                      <a:pt x="507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p18"/>
              <p:cNvSpPr/>
              <p:nvPr/>
            </p:nvSpPr>
            <p:spPr>
              <a:xfrm>
                <a:off x="5603970" y="1278523"/>
                <a:ext cx="130421" cy="463187"/>
              </a:xfrm>
              <a:custGeom>
                <a:rect b="b" l="l" r="r" t="t"/>
                <a:pathLst>
                  <a:path extrusionOk="0" h="5796" w="1632">
                    <a:moveTo>
                      <a:pt x="1" y="0"/>
                    </a:moveTo>
                    <a:lnTo>
                      <a:pt x="1" y="5728"/>
                    </a:lnTo>
                    <a:lnTo>
                      <a:pt x="203" y="5795"/>
                    </a:lnTo>
                    <a:lnTo>
                      <a:pt x="1631" y="5420"/>
                    </a:lnTo>
                    <a:lnTo>
                      <a:pt x="1631" y="2579"/>
                    </a:lnTo>
                    <a:cubicBezTo>
                      <a:pt x="1631" y="1682"/>
                      <a:pt x="1189" y="830"/>
                      <a:pt x="443" y="308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2" name="Google Shape;2112;p18"/>
              <p:cNvSpPr/>
              <p:nvPr/>
            </p:nvSpPr>
            <p:spPr>
              <a:xfrm>
                <a:off x="5251950" y="1042938"/>
                <a:ext cx="181647" cy="190837"/>
              </a:xfrm>
              <a:custGeom>
                <a:rect b="b" l="l" r="r" t="t"/>
                <a:pathLst>
                  <a:path extrusionOk="0" h="2388" w="2273">
                    <a:moveTo>
                      <a:pt x="2272" y="1"/>
                    </a:moveTo>
                    <a:cubicBezTo>
                      <a:pt x="2230" y="174"/>
                      <a:pt x="2045" y="773"/>
                      <a:pt x="1138" y="786"/>
                    </a:cubicBezTo>
                    <a:cubicBezTo>
                      <a:pt x="215" y="773"/>
                      <a:pt x="30" y="174"/>
                      <a:pt x="1" y="1"/>
                    </a:cubicBez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2003" y="2202"/>
                      <a:pt x="2230" y="946"/>
                      <a:pt x="2272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3" name="Google Shape;2113;p18"/>
              <p:cNvSpPr/>
              <p:nvPr/>
            </p:nvSpPr>
            <p:spPr>
              <a:xfrm>
                <a:off x="5342892" y="1042938"/>
                <a:ext cx="90704" cy="190837"/>
              </a:xfrm>
              <a:custGeom>
                <a:rect b="b" l="l" r="r" t="t"/>
                <a:pathLst>
                  <a:path extrusionOk="0" h="2388" w="1135">
                    <a:moveTo>
                      <a:pt x="1134" y="1"/>
                    </a:moveTo>
                    <a:cubicBezTo>
                      <a:pt x="1134" y="1"/>
                      <a:pt x="1041" y="747"/>
                      <a:pt x="561" y="1253"/>
                    </a:cubicBezTo>
                    <a:cubicBezTo>
                      <a:pt x="64" y="1763"/>
                      <a:pt x="0" y="2189"/>
                      <a:pt x="0" y="2387"/>
                    </a:cubicBezTo>
                    <a:cubicBezTo>
                      <a:pt x="865" y="2202"/>
                      <a:pt x="1092" y="946"/>
                      <a:pt x="11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4" name="Google Shape;2114;p18"/>
              <p:cNvSpPr/>
              <p:nvPr/>
            </p:nvSpPr>
            <p:spPr>
              <a:xfrm>
                <a:off x="5251950" y="1042938"/>
                <a:ext cx="91023" cy="190837"/>
              </a:xfrm>
              <a:custGeom>
                <a:rect b="b" l="l" r="r" t="t"/>
                <a:pathLst>
                  <a:path extrusionOk="0" h="2388" w="1139">
                    <a:moveTo>
                      <a:pt x="1" y="1"/>
                    </a:moveTo>
                    <a:lnTo>
                      <a:pt x="1" y="1"/>
                    </a:lnTo>
                    <a:cubicBezTo>
                      <a:pt x="42" y="946"/>
                      <a:pt x="257" y="2202"/>
                      <a:pt x="1138" y="2387"/>
                    </a:cubicBezTo>
                    <a:cubicBezTo>
                      <a:pt x="1138" y="2189"/>
                      <a:pt x="1058" y="1763"/>
                      <a:pt x="577" y="1253"/>
                    </a:cubicBezTo>
                    <a:cubicBezTo>
                      <a:pt x="81" y="747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522C6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p18"/>
              <p:cNvSpPr/>
              <p:nvPr/>
            </p:nvSpPr>
            <p:spPr>
              <a:xfrm>
                <a:off x="5176431" y="1164486"/>
                <a:ext cx="332926" cy="221844"/>
              </a:xfrm>
              <a:custGeom>
                <a:rect b="b" l="l" r="r" t="t"/>
                <a:pathLst>
                  <a:path extrusionOk="0" h="2776" w="4166">
                    <a:moveTo>
                      <a:pt x="1039" y="0"/>
                    </a:moveTo>
                    <a:cubicBezTo>
                      <a:pt x="832" y="0"/>
                      <a:pt x="102" y="40"/>
                      <a:pt x="1" y="601"/>
                    </a:cubicBezTo>
                    <a:cubicBezTo>
                      <a:pt x="1426" y="2430"/>
                      <a:pt x="2003" y="2737"/>
                      <a:pt x="2083" y="2776"/>
                    </a:cubicBezTo>
                    <a:cubicBezTo>
                      <a:pt x="2147" y="2737"/>
                      <a:pt x="2737" y="2430"/>
                      <a:pt x="4165" y="601"/>
                    </a:cubicBezTo>
                    <a:cubicBezTo>
                      <a:pt x="4061" y="40"/>
                      <a:pt x="3331" y="0"/>
                      <a:pt x="3124" y="0"/>
                    </a:cubicBezTo>
                    <a:cubicBezTo>
                      <a:pt x="3090" y="0"/>
                      <a:pt x="3070" y="1"/>
                      <a:pt x="3070" y="1"/>
                    </a:cubicBezTo>
                    <a:lnTo>
                      <a:pt x="3070" y="322"/>
                    </a:lnTo>
                    <a:lnTo>
                      <a:pt x="3365" y="322"/>
                    </a:lnTo>
                    <a:lnTo>
                      <a:pt x="2083" y="1856"/>
                    </a:lnTo>
                    <a:lnTo>
                      <a:pt x="802" y="322"/>
                    </a:lnTo>
                    <a:lnTo>
                      <a:pt x="1093" y="322"/>
                    </a:lnTo>
                    <a:lnTo>
                      <a:pt x="1093" y="1"/>
                    </a:lnTo>
                    <a:cubicBezTo>
                      <a:pt x="1093" y="1"/>
                      <a:pt x="1073" y="0"/>
                      <a:pt x="1039" y="0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6" name="Google Shape;2116;p18"/>
              <p:cNvSpPr/>
              <p:nvPr/>
            </p:nvSpPr>
            <p:spPr>
              <a:xfrm>
                <a:off x="5342892" y="1205962"/>
                <a:ext cx="137853" cy="140970"/>
              </a:xfrm>
              <a:custGeom>
                <a:rect b="b" l="l" r="r" t="t"/>
                <a:pathLst>
                  <a:path extrusionOk="0" h="1764" w="1725">
                    <a:moveTo>
                      <a:pt x="1501" y="1"/>
                    </a:moveTo>
                    <a:cubicBezTo>
                      <a:pt x="1498" y="1"/>
                      <a:pt x="1496" y="1"/>
                      <a:pt x="1493" y="1"/>
                    </a:cubicBezTo>
                    <a:cubicBezTo>
                      <a:pt x="1227" y="56"/>
                      <a:pt x="0" y="1763"/>
                      <a:pt x="0" y="1763"/>
                    </a:cubicBezTo>
                    <a:cubicBezTo>
                      <a:pt x="0" y="1763"/>
                      <a:pt x="1725" y="1"/>
                      <a:pt x="1501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7" name="Google Shape;2117;p18"/>
              <p:cNvSpPr/>
              <p:nvPr/>
            </p:nvSpPr>
            <p:spPr>
              <a:xfrm>
                <a:off x="5203761" y="1205962"/>
                <a:ext cx="139212" cy="140970"/>
              </a:xfrm>
              <a:custGeom>
                <a:rect b="b" l="l" r="r" t="t"/>
                <a:pathLst>
                  <a:path extrusionOk="0" h="1764" w="1742">
                    <a:moveTo>
                      <a:pt x="224" y="1"/>
                    </a:moveTo>
                    <a:cubicBezTo>
                      <a:pt x="0" y="1"/>
                      <a:pt x="1741" y="1763"/>
                      <a:pt x="1741" y="1763"/>
                    </a:cubicBezTo>
                    <a:cubicBezTo>
                      <a:pt x="1741" y="1763"/>
                      <a:pt x="511" y="56"/>
                      <a:pt x="232" y="1"/>
                    </a:cubicBezTo>
                    <a:cubicBezTo>
                      <a:pt x="229" y="1"/>
                      <a:pt x="227" y="1"/>
                      <a:pt x="224" y="1"/>
                    </a:cubicBez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18"/>
              <p:cNvSpPr/>
              <p:nvPr/>
            </p:nvSpPr>
            <p:spPr>
              <a:xfrm>
                <a:off x="5507994" y="1236009"/>
                <a:ext cx="226399" cy="431941"/>
              </a:xfrm>
              <a:custGeom>
                <a:rect b="b" l="l" r="r" t="t"/>
                <a:pathLst>
                  <a:path extrusionOk="0" h="5405" w="2833">
                    <a:moveTo>
                      <a:pt x="430" y="0"/>
                    </a:moveTo>
                    <a:cubicBezTo>
                      <a:pt x="350" y="106"/>
                      <a:pt x="0" y="628"/>
                      <a:pt x="375" y="1041"/>
                    </a:cubicBezTo>
                    <a:cubicBezTo>
                      <a:pt x="788" y="1493"/>
                      <a:pt x="2272" y="2188"/>
                      <a:pt x="2272" y="2951"/>
                    </a:cubicBezTo>
                    <a:cubicBezTo>
                      <a:pt x="2272" y="3697"/>
                      <a:pt x="2284" y="4924"/>
                      <a:pt x="2284" y="4924"/>
                    </a:cubicBezTo>
                    <a:lnTo>
                      <a:pt x="2832" y="5405"/>
                    </a:lnTo>
                    <a:lnTo>
                      <a:pt x="2832" y="3111"/>
                    </a:lnTo>
                    <a:cubicBezTo>
                      <a:pt x="2832" y="2214"/>
                      <a:pt x="2390" y="1362"/>
                      <a:pt x="1644" y="840"/>
                    </a:cubicBezTo>
                    <a:lnTo>
                      <a:pt x="430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9" name="Google Shape;2119;p18"/>
              <p:cNvSpPr/>
              <p:nvPr/>
            </p:nvSpPr>
            <p:spPr>
              <a:xfrm>
                <a:off x="4951153" y="1236009"/>
                <a:ext cx="226399" cy="431941"/>
              </a:xfrm>
              <a:custGeom>
                <a:rect b="b" l="l" r="r" t="t"/>
                <a:pathLst>
                  <a:path extrusionOk="0" h="5405" w="2833">
                    <a:moveTo>
                      <a:pt x="2403" y="0"/>
                    </a:moveTo>
                    <a:lnTo>
                      <a:pt x="1176" y="840"/>
                    </a:lnTo>
                    <a:cubicBezTo>
                      <a:pt x="443" y="1362"/>
                      <a:pt x="1" y="2214"/>
                      <a:pt x="1" y="3111"/>
                    </a:cubicBezTo>
                    <a:lnTo>
                      <a:pt x="1" y="5405"/>
                    </a:lnTo>
                    <a:lnTo>
                      <a:pt x="548" y="4924"/>
                    </a:lnTo>
                    <a:cubicBezTo>
                      <a:pt x="548" y="4924"/>
                      <a:pt x="561" y="3697"/>
                      <a:pt x="561" y="2951"/>
                    </a:cubicBezTo>
                    <a:cubicBezTo>
                      <a:pt x="561" y="2188"/>
                      <a:pt x="2045" y="1493"/>
                      <a:pt x="2458" y="1041"/>
                    </a:cubicBezTo>
                    <a:cubicBezTo>
                      <a:pt x="2833" y="628"/>
                      <a:pt x="2483" y="106"/>
                      <a:pt x="2403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0" name="Google Shape;2120;p18"/>
              <p:cNvSpPr/>
              <p:nvPr/>
            </p:nvSpPr>
            <p:spPr>
              <a:xfrm>
                <a:off x="5080454" y="1539841"/>
                <a:ext cx="523603" cy="299921"/>
              </a:xfrm>
              <a:custGeom>
                <a:rect b="b" l="l" r="r" t="t"/>
                <a:pathLst>
                  <a:path extrusionOk="0" h="3753" w="6552">
                    <a:moveTo>
                      <a:pt x="2509" y="1"/>
                    </a:moveTo>
                    <a:lnTo>
                      <a:pt x="359" y="456"/>
                    </a:lnTo>
                    <a:lnTo>
                      <a:pt x="0" y="2391"/>
                    </a:lnTo>
                    <a:lnTo>
                      <a:pt x="0" y="3752"/>
                    </a:lnTo>
                    <a:cubicBezTo>
                      <a:pt x="0" y="3752"/>
                      <a:pt x="519" y="3057"/>
                      <a:pt x="865" y="2458"/>
                    </a:cubicBezTo>
                    <a:cubicBezTo>
                      <a:pt x="1202" y="1856"/>
                      <a:pt x="1227" y="1295"/>
                      <a:pt x="1227" y="1295"/>
                    </a:cubicBezTo>
                    <a:lnTo>
                      <a:pt x="1586" y="1164"/>
                    </a:lnTo>
                    <a:cubicBezTo>
                      <a:pt x="1948" y="1029"/>
                      <a:pt x="2269" y="481"/>
                      <a:pt x="2269" y="481"/>
                    </a:cubicBezTo>
                    <a:lnTo>
                      <a:pt x="4284" y="481"/>
                    </a:lnTo>
                    <a:cubicBezTo>
                      <a:pt x="4284" y="481"/>
                      <a:pt x="4617" y="1029"/>
                      <a:pt x="4966" y="1164"/>
                    </a:cubicBezTo>
                    <a:lnTo>
                      <a:pt x="5325" y="1295"/>
                    </a:lnTo>
                    <a:cubicBezTo>
                      <a:pt x="5325" y="1295"/>
                      <a:pt x="5350" y="1856"/>
                      <a:pt x="5700" y="2458"/>
                    </a:cubicBezTo>
                    <a:cubicBezTo>
                      <a:pt x="6033" y="3057"/>
                      <a:pt x="6552" y="3752"/>
                      <a:pt x="6552" y="3752"/>
                    </a:cubicBezTo>
                    <a:lnTo>
                      <a:pt x="6552" y="2391"/>
                    </a:lnTo>
                    <a:lnTo>
                      <a:pt x="6193" y="456"/>
                    </a:lnTo>
                    <a:lnTo>
                      <a:pt x="4043" y="1"/>
                    </a:lnTo>
                    <a:lnTo>
                      <a:pt x="3284" y="94"/>
                    </a:lnTo>
                    <a:lnTo>
                      <a:pt x="2509" y="1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1" name="Google Shape;2121;p18"/>
              <p:cNvSpPr/>
              <p:nvPr/>
            </p:nvSpPr>
            <p:spPr>
              <a:xfrm>
                <a:off x="5218945" y="1440828"/>
                <a:ext cx="65131" cy="14864"/>
              </a:xfrm>
              <a:custGeom>
                <a:rect b="b" l="l" r="r" t="t"/>
                <a:pathLst>
                  <a:path extrusionOk="0" h="186" w="815">
                    <a:moveTo>
                      <a:pt x="93" y="0"/>
                    </a:moveTo>
                    <a:cubicBezTo>
                      <a:pt x="42" y="0"/>
                      <a:pt x="1" y="51"/>
                      <a:pt x="1" y="93"/>
                    </a:cubicBezTo>
                    <a:cubicBezTo>
                      <a:pt x="1" y="147"/>
                      <a:pt x="42" y="186"/>
                      <a:pt x="93" y="186"/>
                    </a:cubicBezTo>
                    <a:lnTo>
                      <a:pt x="734" y="186"/>
                    </a:lnTo>
                    <a:cubicBezTo>
                      <a:pt x="776" y="186"/>
                      <a:pt x="814" y="147"/>
                      <a:pt x="814" y="93"/>
                    </a:cubicBezTo>
                    <a:cubicBezTo>
                      <a:pt x="814" y="51"/>
                      <a:pt x="776" y="0"/>
                      <a:pt x="73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2" name="Google Shape;2122;p18"/>
              <p:cNvSpPr/>
              <p:nvPr/>
            </p:nvSpPr>
            <p:spPr>
              <a:xfrm>
                <a:off x="5171077" y="1475830"/>
                <a:ext cx="343395" cy="84310"/>
              </a:xfrm>
              <a:custGeom>
                <a:rect b="b" l="l" r="r" t="t"/>
                <a:pathLst>
                  <a:path extrusionOk="0" h="1055" w="4297">
                    <a:moveTo>
                      <a:pt x="1" y="1"/>
                    </a:moveTo>
                    <a:lnTo>
                      <a:pt x="1" y="1055"/>
                    </a:lnTo>
                    <a:lnTo>
                      <a:pt x="4296" y="1055"/>
                    </a:lnTo>
                    <a:lnTo>
                      <a:pt x="4296" y="1"/>
                    </a:ln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18"/>
              <p:cNvSpPr/>
              <p:nvPr/>
            </p:nvSpPr>
            <p:spPr>
              <a:xfrm>
                <a:off x="5184902" y="1487658"/>
                <a:ext cx="126026" cy="25653"/>
              </a:xfrm>
              <a:custGeom>
                <a:rect b="b" l="l" r="r" t="t"/>
                <a:pathLst>
                  <a:path extrusionOk="0" h="321" w="1577">
                    <a:moveTo>
                      <a:pt x="161" y="0"/>
                    </a:moveTo>
                    <a:cubicBezTo>
                      <a:pt x="81" y="0"/>
                      <a:pt x="0" y="68"/>
                      <a:pt x="0" y="161"/>
                    </a:cubicBezTo>
                    <a:cubicBezTo>
                      <a:pt x="0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4" name="Google Shape;2124;p18"/>
              <p:cNvSpPr/>
              <p:nvPr/>
            </p:nvSpPr>
            <p:spPr>
              <a:xfrm>
                <a:off x="5423765" y="1455612"/>
                <a:ext cx="19260" cy="30048"/>
              </a:xfrm>
              <a:custGeom>
                <a:rect b="b" l="l" r="r" t="t"/>
                <a:pathLst>
                  <a:path extrusionOk="0" h="376" w="241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5" name="Google Shape;2125;p18"/>
              <p:cNvSpPr/>
              <p:nvPr/>
            </p:nvSpPr>
            <p:spPr>
              <a:xfrm>
                <a:off x="5242520" y="1455612"/>
                <a:ext cx="19260" cy="30048"/>
              </a:xfrm>
              <a:custGeom>
                <a:rect b="b" l="l" r="r" t="t"/>
                <a:pathLst>
                  <a:path extrusionOk="0" h="376" w="241">
                    <a:moveTo>
                      <a:pt x="0" y="1"/>
                    </a:moveTo>
                    <a:lnTo>
                      <a:pt x="0" y="376"/>
                    </a:lnTo>
                    <a:lnTo>
                      <a:pt x="241" y="376"/>
                    </a:lnTo>
                    <a:lnTo>
                      <a:pt x="241" y="1"/>
                    </a:lnTo>
                    <a:close/>
                  </a:path>
                </a:pathLst>
              </a:custGeom>
              <a:solidFill>
                <a:srgbClr val="4B032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6" name="Google Shape;2126;p18"/>
              <p:cNvSpPr/>
              <p:nvPr/>
            </p:nvSpPr>
            <p:spPr>
              <a:xfrm>
                <a:off x="5400430" y="1440828"/>
                <a:ext cx="65131" cy="14864"/>
              </a:xfrm>
              <a:custGeom>
                <a:rect b="b" l="l" r="r" t="t"/>
                <a:pathLst>
                  <a:path extrusionOk="0" h="186" w="815">
                    <a:moveTo>
                      <a:pt x="94" y="0"/>
                    </a:moveTo>
                    <a:cubicBezTo>
                      <a:pt x="39" y="0"/>
                      <a:pt x="1" y="51"/>
                      <a:pt x="1" y="93"/>
                    </a:cubicBezTo>
                    <a:cubicBezTo>
                      <a:pt x="1" y="147"/>
                      <a:pt x="39" y="186"/>
                      <a:pt x="94" y="186"/>
                    </a:cubicBezTo>
                    <a:lnTo>
                      <a:pt x="722" y="186"/>
                    </a:lnTo>
                    <a:cubicBezTo>
                      <a:pt x="773" y="186"/>
                      <a:pt x="815" y="147"/>
                      <a:pt x="815" y="93"/>
                    </a:cubicBezTo>
                    <a:cubicBezTo>
                      <a:pt x="815" y="51"/>
                      <a:pt x="773" y="0"/>
                      <a:pt x="722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18"/>
              <p:cNvSpPr/>
              <p:nvPr/>
            </p:nvSpPr>
            <p:spPr>
              <a:xfrm>
                <a:off x="5373579" y="1487658"/>
                <a:ext cx="126026" cy="25653"/>
              </a:xfrm>
              <a:custGeom>
                <a:rect b="b" l="l" r="r" t="t"/>
                <a:pathLst>
                  <a:path extrusionOk="0" h="321" w="1577">
                    <a:moveTo>
                      <a:pt x="161" y="0"/>
                    </a:moveTo>
                    <a:cubicBezTo>
                      <a:pt x="81" y="0"/>
                      <a:pt x="1" y="68"/>
                      <a:pt x="1" y="161"/>
                    </a:cubicBezTo>
                    <a:cubicBezTo>
                      <a:pt x="1" y="253"/>
                      <a:pt x="81" y="321"/>
                      <a:pt x="161" y="321"/>
                    </a:cubicBezTo>
                    <a:lnTo>
                      <a:pt x="1416" y="321"/>
                    </a:lnTo>
                    <a:cubicBezTo>
                      <a:pt x="1509" y="321"/>
                      <a:pt x="1577" y="253"/>
                      <a:pt x="1577" y="161"/>
                    </a:cubicBezTo>
                    <a:cubicBezTo>
                      <a:pt x="1577" y="68"/>
                      <a:pt x="1509" y="0"/>
                      <a:pt x="14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8" name="Google Shape;2128;p18"/>
              <p:cNvSpPr/>
              <p:nvPr/>
            </p:nvSpPr>
            <p:spPr>
              <a:xfrm>
                <a:off x="5138072" y="1430120"/>
                <a:ext cx="93980" cy="76798"/>
              </a:xfrm>
              <a:custGeom>
                <a:rect b="b" l="l" r="r" t="t"/>
                <a:pathLst>
                  <a:path extrusionOk="0" h="961" w="1176">
                    <a:moveTo>
                      <a:pt x="1110" y="1"/>
                    </a:moveTo>
                    <a:cubicBezTo>
                      <a:pt x="985" y="1"/>
                      <a:pt x="707" y="266"/>
                      <a:pt x="586" y="307"/>
                    </a:cubicBezTo>
                    <a:cubicBezTo>
                      <a:pt x="439" y="374"/>
                      <a:pt x="0" y="961"/>
                      <a:pt x="0" y="961"/>
                    </a:cubicBezTo>
                    <a:lnTo>
                      <a:pt x="692" y="826"/>
                    </a:lnTo>
                    <a:cubicBezTo>
                      <a:pt x="692" y="826"/>
                      <a:pt x="1160" y="413"/>
                      <a:pt x="1173" y="105"/>
                    </a:cubicBezTo>
                    <a:cubicBezTo>
                      <a:pt x="1176" y="30"/>
                      <a:pt x="1151" y="1"/>
                      <a:pt x="1110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9" name="Google Shape;2129;p18"/>
              <p:cNvSpPr/>
              <p:nvPr/>
            </p:nvSpPr>
            <p:spPr>
              <a:xfrm>
                <a:off x="5080454" y="1567811"/>
                <a:ext cx="26692" cy="86308"/>
              </a:xfrm>
              <a:custGeom>
                <a:rect b="b" l="l" r="r" t="t"/>
                <a:pathLst>
                  <a:path extrusionOk="0" h="1080" w="334">
                    <a:moveTo>
                      <a:pt x="0" y="0"/>
                    </a:moveTo>
                    <a:lnTo>
                      <a:pt x="0" y="907"/>
                    </a:lnTo>
                    <a:cubicBezTo>
                      <a:pt x="52" y="974"/>
                      <a:pt x="106" y="1025"/>
                      <a:pt x="173" y="1080"/>
                    </a:cubicBezTo>
                    <a:lnTo>
                      <a:pt x="334" y="224"/>
                    </a:lnTo>
                    <a:cubicBezTo>
                      <a:pt x="241" y="144"/>
                      <a:pt x="132" y="80"/>
                      <a:pt x="0" y="0"/>
                    </a:cubicBez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0" name="Google Shape;2130;p18"/>
              <p:cNvSpPr/>
              <p:nvPr/>
            </p:nvSpPr>
            <p:spPr>
              <a:xfrm>
                <a:off x="5058957" y="1563416"/>
                <a:ext cx="21577" cy="76878"/>
              </a:xfrm>
              <a:custGeom>
                <a:rect b="b" l="l" r="r" t="t"/>
                <a:pathLst>
                  <a:path extrusionOk="0" h="962" w="270">
                    <a:moveTo>
                      <a:pt x="148" y="1"/>
                    </a:moveTo>
                    <a:lnTo>
                      <a:pt x="148" y="1"/>
                    </a:lnTo>
                    <a:cubicBezTo>
                      <a:pt x="0" y="321"/>
                      <a:pt x="55" y="680"/>
                      <a:pt x="269" y="962"/>
                    </a:cubicBezTo>
                    <a:lnTo>
                      <a:pt x="269" y="55"/>
                    </a:lnTo>
                    <a:cubicBezTo>
                      <a:pt x="228" y="39"/>
                      <a:pt x="189" y="13"/>
                      <a:pt x="148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1" name="Google Shape;2131;p18"/>
              <p:cNvSpPr/>
              <p:nvPr/>
            </p:nvSpPr>
            <p:spPr>
              <a:xfrm>
                <a:off x="5094279" y="1585712"/>
                <a:ext cx="69446" cy="88626"/>
              </a:xfrm>
              <a:custGeom>
                <a:rect b="b" l="l" r="r" t="t"/>
                <a:pathLst>
                  <a:path extrusionOk="0" h="1109" w="869">
                    <a:moveTo>
                      <a:pt x="161" y="0"/>
                    </a:moveTo>
                    <a:lnTo>
                      <a:pt x="0" y="856"/>
                    </a:lnTo>
                    <a:cubicBezTo>
                      <a:pt x="173" y="990"/>
                      <a:pt x="401" y="1083"/>
                      <a:pt x="667" y="1109"/>
                    </a:cubicBezTo>
                    <a:cubicBezTo>
                      <a:pt x="667" y="1109"/>
                      <a:pt x="869" y="548"/>
                      <a:pt x="161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2" name="Google Shape;2132;p18"/>
              <p:cNvSpPr/>
              <p:nvPr/>
            </p:nvSpPr>
            <p:spPr>
              <a:xfrm>
                <a:off x="5062234" y="1470236"/>
                <a:ext cx="226159" cy="192355"/>
              </a:xfrm>
              <a:custGeom>
                <a:rect b="b" l="l" r="r" t="t"/>
                <a:pathLst>
                  <a:path extrusionOk="0" h="2407" w="2830">
                    <a:moveTo>
                      <a:pt x="2089" y="0"/>
                    </a:moveTo>
                    <a:cubicBezTo>
                      <a:pt x="1729" y="0"/>
                      <a:pt x="1296" y="35"/>
                      <a:pt x="1029" y="193"/>
                    </a:cubicBezTo>
                    <a:cubicBezTo>
                      <a:pt x="709" y="379"/>
                      <a:pt x="27" y="1247"/>
                      <a:pt x="27" y="1247"/>
                    </a:cubicBezTo>
                    <a:cubicBezTo>
                      <a:pt x="1" y="2086"/>
                      <a:pt x="549" y="2406"/>
                      <a:pt x="549" y="2406"/>
                    </a:cubicBezTo>
                    <a:lnTo>
                      <a:pt x="1173" y="1753"/>
                    </a:lnTo>
                    <a:lnTo>
                      <a:pt x="1414" y="1782"/>
                    </a:lnTo>
                    <a:cubicBezTo>
                      <a:pt x="1449" y="1784"/>
                      <a:pt x="1481" y="1785"/>
                      <a:pt x="1511" y="1785"/>
                    </a:cubicBezTo>
                    <a:cubicBezTo>
                      <a:pt x="1871" y="1785"/>
                      <a:pt x="1891" y="1648"/>
                      <a:pt x="2003" y="1500"/>
                    </a:cubicBezTo>
                    <a:cubicBezTo>
                      <a:pt x="2215" y="1461"/>
                      <a:pt x="2215" y="1125"/>
                      <a:pt x="2215" y="1125"/>
                    </a:cubicBezTo>
                    <a:cubicBezTo>
                      <a:pt x="2215" y="1125"/>
                      <a:pt x="2442" y="1086"/>
                      <a:pt x="2471" y="965"/>
                    </a:cubicBezTo>
                    <a:cubicBezTo>
                      <a:pt x="2484" y="833"/>
                      <a:pt x="2564" y="699"/>
                      <a:pt x="1708" y="699"/>
                    </a:cubicBezTo>
                    <a:cubicBezTo>
                      <a:pt x="1696" y="551"/>
                      <a:pt x="1776" y="433"/>
                      <a:pt x="1962" y="420"/>
                    </a:cubicBezTo>
                    <a:cubicBezTo>
                      <a:pt x="2151" y="404"/>
                      <a:pt x="2509" y="420"/>
                      <a:pt x="2670" y="353"/>
                    </a:cubicBezTo>
                    <a:cubicBezTo>
                      <a:pt x="2830" y="273"/>
                      <a:pt x="2682" y="33"/>
                      <a:pt x="2295" y="4"/>
                    </a:cubicBezTo>
                    <a:cubicBezTo>
                      <a:pt x="2230" y="2"/>
                      <a:pt x="2161" y="0"/>
                      <a:pt x="2089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3" name="Google Shape;2133;p18"/>
              <p:cNvSpPr/>
              <p:nvPr/>
            </p:nvSpPr>
            <p:spPr>
              <a:xfrm>
                <a:off x="4950115" y="1563416"/>
                <a:ext cx="197470" cy="288253"/>
              </a:xfrm>
              <a:custGeom>
                <a:rect b="b" l="l" r="r" t="t"/>
                <a:pathLst>
                  <a:path extrusionOk="0" h="3607" w="2471">
                    <a:moveTo>
                      <a:pt x="1510" y="1"/>
                    </a:moveTo>
                    <a:lnTo>
                      <a:pt x="1" y="1308"/>
                    </a:lnTo>
                    <a:lnTo>
                      <a:pt x="1" y="2336"/>
                    </a:lnTo>
                    <a:cubicBezTo>
                      <a:pt x="1" y="3321"/>
                      <a:pt x="356" y="3606"/>
                      <a:pt x="738" y="3606"/>
                    </a:cubicBezTo>
                    <a:cubicBezTo>
                      <a:pt x="755" y="3606"/>
                      <a:pt x="772" y="3606"/>
                      <a:pt x="789" y="3605"/>
                    </a:cubicBezTo>
                    <a:cubicBezTo>
                      <a:pt x="1202" y="3579"/>
                      <a:pt x="1497" y="2951"/>
                      <a:pt x="2471" y="1388"/>
                    </a:cubicBezTo>
                    <a:cubicBezTo>
                      <a:pt x="1295" y="1067"/>
                      <a:pt x="1510" y="1"/>
                      <a:pt x="15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4" name="Google Shape;2134;p18"/>
              <p:cNvSpPr/>
              <p:nvPr/>
            </p:nvSpPr>
            <p:spPr>
              <a:xfrm>
                <a:off x="5206159" y="1470476"/>
                <a:ext cx="82233" cy="33404"/>
              </a:xfrm>
              <a:custGeom>
                <a:rect b="b" l="l" r="r" t="t"/>
                <a:pathLst>
                  <a:path extrusionOk="0" h="418" w="1029">
                    <a:moveTo>
                      <a:pt x="253" y="1"/>
                    </a:moveTo>
                    <a:cubicBezTo>
                      <a:pt x="173" y="68"/>
                      <a:pt x="0" y="283"/>
                      <a:pt x="308" y="417"/>
                    </a:cubicBezTo>
                    <a:cubicBezTo>
                      <a:pt x="494" y="401"/>
                      <a:pt x="750" y="401"/>
                      <a:pt x="869" y="350"/>
                    </a:cubicBezTo>
                    <a:cubicBezTo>
                      <a:pt x="1029" y="270"/>
                      <a:pt x="881" y="30"/>
                      <a:pt x="494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5" name="Google Shape;2135;p18"/>
              <p:cNvSpPr/>
              <p:nvPr/>
            </p:nvSpPr>
            <p:spPr>
              <a:xfrm>
                <a:off x="4953471" y="1778943"/>
                <a:ext cx="97097" cy="72723"/>
              </a:xfrm>
              <a:custGeom>
                <a:rect b="b" l="l" r="r" t="t"/>
                <a:pathLst>
                  <a:path extrusionOk="0" h="910" w="1215">
                    <a:moveTo>
                      <a:pt x="372" y="1"/>
                    </a:moveTo>
                    <a:cubicBezTo>
                      <a:pt x="241" y="1"/>
                      <a:pt x="106" y="27"/>
                      <a:pt x="0" y="81"/>
                    </a:cubicBezTo>
                    <a:cubicBezTo>
                      <a:pt x="88" y="708"/>
                      <a:pt x="377" y="910"/>
                      <a:pt x="689" y="910"/>
                    </a:cubicBezTo>
                    <a:cubicBezTo>
                      <a:pt x="708" y="910"/>
                      <a:pt x="727" y="909"/>
                      <a:pt x="747" y="908"/>
                    </a:cubicBezTo>
                    <a:cubicBezTo>
                      <a:pt x="907" y="895"/>
                      <a:pt x="1042" y="802"/>
                      <a:pt x="1215" y="587"/>
                    </a:cubicBezTo>
                    <a:cubicBezTo>
                      <a:pt x="1080" y="254"/>
                      <a:pt x="760" y="1"/>
                      <a:pt x="372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6" name="Google Shape;2136;p18"/>
              <p:cNvSpPr/>
              <p:nvPr/>
            </p:nvSpPr>
            <p:spPr>
              <a:xfrm>
                <a:off x="5452693" y="1430120"/>
                <a:ext cx="93740" cy="76798"/>
              </a:xfrm>
              <a:custGeom>
                <a:rect b="b" l="l" r="r" t="t"/>
                <a:pathLst>
                  <a:path extrusionOk="0" h="961" w="1173">
                    <a:moveTo>
                      <a:pt x="69" y="1"/>
                    </a:moveTo>
                    <a:cubicBezTo>
                      <a:pt x="27" y="1"/>
                      <a:pt x="0" y="30"/>
                      <a:pt x="0" y="105"/>
                    </a:cubicBezTo>
                    <a:cubicBezTo>
                      <a:pt x="13" y="413"/>
                      <a:pt x="481" y="826"/>
                      <a:pt x="481" y="826"/>
                    </a:cubicBezTo>
                    <a:lnTo>
                      <a:pt x="1173" y="961"/>
                    </a:lnTo>
                    <a:cubicBezTo>
                      <a:pt x="1173" y="961"/>
                      <a:pt x="734" y="374"/>
                      <a:pt x="587" y="307"/>
                    </a:cubicBezTo>
                    <a:cubicBezTo>
                      <a:pt x="466" y="266"/>
                      <a:pt x="196" y="1"/>
                      <a:pt x="69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7" name="Google Shape;2137;p18"/>
              <p:cNvSpPr/>
              <p:nvPr/>
            </p:nvSpPr>
            <p:spPr>
              <a:xfrm>
                <a:off x="5577359" y="1567811"/>
                <a:ext cx="26692" cy="86308"/>
              </a:xfrm>
              <a:custGeom>
                <a:rect b="b" l="l" r="r" t="t"/>
                <a:pathLst>
                  <a:path extrusionOk="0" h="1080" w="334">
                    <a:moveTo>
                      <a:pt x="334" y="0"/>
                    </a:moveTo>
                    <a:cubicBezTo>
                      <a:pt x="202" y="80"/>
                      <a:pt x="93" y="144"/>
                      <a:pt x="1" y="224"/>
                    </a:cubicBezTo>
                    <a:lnTo>
                      <a:pt x="161" y="1080"/>
                    </a:lnTo>
                    <a:cubicBezTo>
                      <a:pt x="228" y="1025"/>
                      <a:pt x="295" y="974"/>
                      <a:pt x="334" y="907"/>
                    </a:cubicBezTo>
                    <a:lnTo>
                      <a:pt x="334" y="0"/>
                    </a:lnTo>
                    <a:close/>
                  </a:path>
                </a:pathLst>
              </a:custGeom>
              <a:solidFill>
                <a:srgbClr val="B60C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8" name="Google Shape;2138;p18"/>
              <p:cNvSpPr/>
              <p:nvPr/>
            </p:nvSpPr>
            <p:spPr>
              <a:xfrm>
                <a:off x="5603970" y="1563416"/>
                <a:ext cx="21577" cy="76878"/>
              </a:xfrm>
              <a:custGeom>
                <a:rect b="b" l="l" r="r" t="t"/>
                <a:pathLst>
                  <a:path extrusionOk="0" h="962" w="270">
                    <a:moveTo>
                      <a:pt x="135" y="1"/>
                    </a:moveTo>
                    <a:lnTo>
                      <a:pt x="135" y="1"/>
                    </a:lnTo>
                    <a:cubicBezTo>
                      <a:pt x="81" y="13"/>
                      <a:pt x="42" y="39"/>
                      <a:pt x="1" y="55"/>
                    </a:cubicBezTo>
                    <a:lnTo>
                      <a:pt x="1" y="962"/>
                    </a:lnTo>
                    <a:cubicBezTo>
                      <a:pt x="215" y="680"/>
                      <a:pt x="270" y="321"/>
                      <a:pt x="135" y="1"/>
                    </a:cubicBezTo>
                    <a:close/>
                  </a:path>
                </a:pathLst>
              </a:custGeom>
              <a:solidFill>
                <a:srgbClr val="B63C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9" name="Google Shape;2139;p18"/>
              <p:cNvSpPr/>
              <p:nvPr/>
            </p:nvSpPr>
            <p:spPr>
              <a:xfrm>
                <a:off x="5520780" y="1585712"/>
                <a:ext cx="69446" cy="88626"/>
              </a:xfrm>
              <a:custGeom>
                <a:rect b="b" l="l" r="r" t="t"/>
                <a:pathLst>
                  <a:path extrusionOk="0" h="1109" w="869">
                    <a:moveTo>
                      <a:pt x="709" y="0"/>
                    </a:moveTo>
                    <a:cubicBezTo>
                      <a:pt x="1" y="548"/>
                      <a:pt x="215" y="1109"/>
                      <a:pt x="215" y="1109"/>
                    </a:cubicBezTo>
                    <a:cubicBezTo>
                      <a:pt x="481" y="1083"/>
                      <a:pt x="696" y="990"/>
                      <a:pt x="869" y="856"/>
                    </a:cubicBezTo>
                    <a:lnTo>
                      <a:pt x="709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0" name="Google Shape;2140;p18"/>
              <p:cNvSpPr/>
              <p:nvPr/>
            </p:nvSpPr>
            <p:spPr>
              <a:xfrm>
                <a:off x="5396114" y="1470236"/>
                <a:ext cx="226159" cy="192355"/>
              </a:xfrm>
              <a:custGeom>
                <a:rect b="b" l="l" r="r" t="t"/>
                <a:pathLst>
                  <a:path extrusionOk="0" h="2407" w="2830">
                    <a:moveTo>
                      <a:pt x="747" y="0"/>
                    </a:moveTo>
                    <a:cubicBezTo>
                      <a:pt x="674" y="0"/>
                      <a:pt x="603" y="2"/>
                      <a:pt x="535" y="4"/>
                    </a:cubicBezTo>
                    <a:cubicBezTo>
                      <a:pt x="148" y="33"/>
                      <a:pt x="0" y="273"/>
                      <a:pt x="161" y="353"/>
                    </a:cubicBezTo>
                    <a:cubicBezTo>
                      <a:pt x="321" y="420"/>
                      <a:pt x="680" y="404"/>
                      <a:pt x="869" y="420"/>
                    </a:cubicBezTo>
                    <a:cubicBezTo>
                      <a:pt x="1054" y="433"/>
                      <a:pt x="1147" y="551"/>
                      <a:pt x="1134" y="699"/>
                    </a:cubicBezTo>
                    <a:cubicBezTo>
                      <a:pt x="279" y="699"/>
                      <a:pt x="346" y="833"/>
                      <a:pt x="375" y="965"/>
                    </a:cubicBezTo>
                    <a:cubicBezTo>
                      <a:pt x="388" y="1086"/>
                      <a:pt x="616" y="1125"/>
                      <a:pt x="616" y="1125"/>
                    </a:cubicBezTo>
                    <a:cubicBezTo>
                      <a:pt x="616" y="1125"/>
                      <a:pt x="628" y="1461"/>
                      <a:pt x="827" y="1500"/>
                    </a:cubicBezTo>
                    <a:cubicBezTo>
                      <a:pt x="951" y="1648"/>
                      <a:pt x="961" y="1785"/>
                      <a:pt x="1319" y="1785"/>
                    </a:cubicBezTo>
                    <a:cubicBezTo>
                      <a:pt x="1349" y="1785"/>
                      <a:pt x="1381" y="1784"/>
                      <a:pt x="1416" y="1782"/>
                    </a:cubicBezTo>
                    <a:lnTo>
                      <a:pt x="1657" y="1753"/>
                    </a:lnTo>
                    <a:lnTo>
                      <a:pt x="2281" y="2406"/>
                    </a:lnTo>
                    <a:cubicBezTo>
                      <a:pt x="2281" y="2406"/>
                      <a:pt x="2829" y="2086"/>
                      <a:pt x="2804" y="1247"/>
                    </a:cubicBezTo>
                    <a:cubicBezTo>
                      <a:pt x="2804" y="1247"/>
                      <a:pt x="2121" y="379"/>
                      <a:pt x="1801" y="193"/>
                    </a:cubicBezTo>
                    <a:cubicBezTo>
                      <a:pt x="1534" y="35"/>
                      <a:pt x="1112" y="0"/>
                      <a:pt x="747" y="0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1" name="Google Shape;2141;p18"/>
              <p:cNvSpPr/>
              <p:nvPr/>
            </p:nvSpPr>
            <p:spPr>
              <a:xfrm>
                <a:off x="5537962" y="1563416"/>
                <a:ext cx="196431" cy="288253"/>
              </a:xfrm>
              <a:custGeom>
                <a:rect b="b" l="l" r="r" t="t"/>
                <a:pathLst>
                  <a:path extrusionOk="0" h="3607" w="2458">
                    <a:moveTo>
                      <a:pt x="961" y="1"/>
                    </a:moveTo>
                    <a:lnTo>
                      <a:pt x="961" y="1"/>
                    </a:lnTo>
                    <a:cubicBezTo>
                      <a:pt x="961" y="1"/>
                      <a:pt x="1163" y="1067"/>
                      <a:pt x="0" y="1388"/>
                    </a:cubicBezTo>
                    <a:cubicBezTo>
                      <a:pt x="974" y="2951"/>
                      <a:pt x="1256" y="3579"/>
                      <a:pt x="1669" y="3605"/>
                    </a:cubicBezTo>
                    <a:cubicBezTo>
                      <a:pt x="1686" y="3606"/>
                      <a:pt x="1703" y="3606"/>
                      <a:pt x="1720" y="3606"/>
                    </a:cubicBezTo>
                    <a:cubicBezTo>
                      <a:pt x="2102" y="3606"/>
                      <a:pt x="2457" y="3321"/>
                      <a:pt x="2457" y="2336"/>
                    </a:cubicBezTo>
                    <a:lnTo>
                      <a:pt x="2457" y="1308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2" name="Google Shape;2142;p18"/>
              <p:cNvSpPr/>
              <p:nvPr/>
            </p:nvSpPr>
            <p:spPr>
              <a:xfrm>
                <a:off x="5396114" y="1470476"/>
                <a:ext cx="82233" cy="33404"/>
              </a:xfrm>
              <a:custGeom>
                <a:rect b="b" l="l" r="r" t="t"/>
                <a:pathLst>
                  <a:path extrusionOk="0" h="418" w="1029">
                    <a:moveTo>
                      <a:pt x="535" y="1"/>
                    </a:moveTo>
                    <a:cubicBezTo>
                      <a:pt x="148" y="30"/>
                      <a:pt x="0" y="270"/>
                      <a:pt x="161" y="350"/>
                    </a:cubicBezTo>
                    <a:cubicBezTo>
                      <a:pt x="279" y="401"/>
                      <a:pt x="535" y="401"/>
                      <a:pt x="734" y="417"/>
                    </a:cubicBezTo>
                    <a:cubicBezTo>
                      <a:pt x="1029" y="283"/>
                      <a:pt x="856" y="68"/>
                      <a:pt x="776" y="1"/>
                    </a:cubicBezTo>
                    <a:close/>
                  </a:path>
                </a:pathLst>
              </a:custGeom>
              <a:solidFill>
                <a:srgbClr val="00C0D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3" name="Google Shape;2143;p18"/>
              <p:cNvSpPr/>
              <p:nvPr/>
            </p:nvSpPr>
            <p:spPr>
              <a:xfrm>
                <a:off x="5633938" y="1778943"/>
                <a:ext cx="98136" cy="72723"/>
              </a:xfrm>
              <a:custGeom>
                <a:rect b="b" l="l" r="r" t="t"/>
                <a:pathLst>
                  <a:path extrusionOk="0" h="910" w="1228">
                    <a:moveTo>
                      <a:pt x="856" y="1"/>
                    </a:moveTo>
                    <a:cubicBezTo>
                      <a:pt x="468" y="1"/>
                      <a:pt x="135" y="254"/>
                      <a:pt x="1" y="587"/>
                    </a:cubicBezTo>
                    <a:cubicBezTo>
                      <a:pt x="174" y="802"/>
                      <a:pt x="308" y="895"/>
                      <a:pt x="468" y="908"/>
                    </a:cubicBezTo>
                    <a:cubicBezTo>
                      <a:pt x="488" y="909"/>
                      <a:pt x="507" y="910"/>
                      <a:pt x="526" y="910"/>
                    </a:cubicBezTo>
                    <a:cubicBezTo>
                      <a:pt x="838" y="910"/>
                      <a:pt x="1128" y="708"/>
                      <a:pt x="1227" y="81"/>
                    </a:cubicBezTo>
                    <a:cubicBezTo>
                      <a:pt x="1109" y="27"/>
                      <a:pt x="987" y="1"/>
                      <a:pt x="856" y="1"/>
                    </a:cubicBezTo>
                    <a:close/>
                  </a:path>
                </a:pathLst>
              </a:custGeom>
              <a:solidFill>
                <a:srgbClr val="FF247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4" name="Google Shape;2144;p18"/>
              <p:cNvSpPr/>
              <p:nvPr/>
            </p:nvSpPr>
            <p:spPr>
              <a:xfrm>
                <a:off x="5080454" y="1775667"/>
                <a:ext cx="146005" cy="177251"/>
              </a:xfrm>
              <a:custGeom>
                <a:rect b="b" l="l" r="r" t="t"/>
                <a:pathLst>
                  <a:path extrusionOk="0" h="2218" w="1827">
                    <a:moveTo>
                      <a:pt x="1826" y="0"/>
                    </a:moveTo>
                    <a:lnTo>
                      <a:pt x="0" y="1307"/>
                    </a:lnTo>
                    <a:lnTo>
                      <a:pt x="0" y="2217"/>
                    </a:lnTo>
                    <a:lnTo>
                      <a:pt x="1826" y="801"/>
                    </a:lnTo>
                    <a:lnTo>
                      <a:pt x="1826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5" name="Google Shape;2145;p18"/>
              <p:cNvSpPr/>
              <p:nvPr/>
            </p:nvSpPr>
            <p:spPr>
              <a:xfrm>
                <a:off x="5458048" y="1775667"/>
                <a:ext cx="146005" cy="177251"/>
              </a:xfrm>
              <a:custGeom>
                <a:rect b="b" l="l" r="r" t="t"/>
                <a:pathLst>
                  <a:path extrusionOk="0" h="2218" w="1827">
                    <a:moveTo>
                      <a:pt x="1" y="0"/>
                    </a:moveTo>
                    <a:lnTo>
                      <a:pt x="1" y="801"/>
                    </a:lnTo>
                    <a:lnTo>
                      <a:pt x="1827" y="2217"/>
                    </a:lnTo>
                    <a:lnTo>
                      <a:pt x="1827" y="130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6" name="Google Shape;2146;p18"/>
              <p:cNvSpPr/>
              <p:nvPr/>
            </p:nvSpPr>
            <p:spPr>
              <a:xfrm>
                <a:off x="5271209" y="1618956"/>
                <a:ext cx="143128" cy="9590"/>
              </a:xfrm>
              <a:custGeom>
                <a:rect b="b" l="l" r="r" t="t"/>
                <a:pathLst>
                  <a:path extrusionOk="0" h="120" w="1791">
                    <a:moveTo>
                      <a:pt x="55" y="1"/>
                    </a:moveTo>
                    <a:cubicBezTo>
                      <a:pt x="29" y="1"/>
                      <a:pt x="0" y="26"/>
                      <a:pt x="0" y="52"/>
                    </a:cubicBezTo>
                    <a:cubicBezTo>
                      <a:pt x="0" y="94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4"/>
                      <a:pt x="1791" y="52"/>
                    </a:cubicBezTo>
                    <a:cubicBezTo>
                      <a:pt x="1791" y="26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7" name="Google Shape;2147;p18"/>
              <p:cNvSpPr/>
              <p:nvPr/>
            </p:nvSpPr>
            <p:spPr>
              <a:xfrm>
                <a:off x="5271209" y="1755449"/>
                <a:ext cx="143128" cy="9510"/>
              </a:xfrm>
              <a:custGeom>
                <a:rect b="b" l="l" r="r" t="t"/>
                <a:pathLst>
                  <a:path extrusionOk="0" h="119" w="1791">
                    <a:moveTo>
                      <a:pt x="55" y="0"/>
                    </a:moveTo>
                    <a:cubicBezTo>
                      <a:pt x="29" y="0"/>
                      <a:pt x="0" y="26"/>
                      <a:pt x="0" y="55"/>
                    </a:cubicBezTo>
                    <a:cubicBezTo>
                      <a:pt x="0" y="93"/>
                      <a:pt x="29" y="119"/>
                      <a:pt x="55" y="119"/>
                    </a:cubicBezTo>
                    <a:lnTo>
                      <a:pt x="1724" y="119"/>
                    </a:lnTo>
                    <a:cubicBezTo>
                      <a:pt x="1762" y="119"/>
                      <a:pt x="1791" y="93"/>
                      <a:pt x="1791" y="55"/>
                    </a:cubicBezTo>
                    <a:cubicBezTo>
                      <a:pt x="1791" y="26"/>
                      <a:pt x="1762" y="0"/>
                      <a:pt x="1724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8" name="Google Shape;2148;p18"/>
              <p:cNvSpPr/>
              <p:nvPr/>
            </p:nvSpPr>
            <p:spPr>
              <a:xfrm>
                <a:off x="5271209" y="1891861"/>
                <a:ext cx="143128" cy="9830"/>
              </a:xfrm>
              <a:custGeom>
                <a:rect b="b" l="l" r="r" t="t"/>
                <a:pathLst>
                  <a:path extrusionOk="0" h="123" w="1791">
                    <a:moveTo>
                      <a:pt x="55" y="1"/>
                    </a:moveTo>
                    <a:cubicBezTo>
                      <a:pt x="29" y="1"/>
                      <a:pt x="0" y="30"/>
                      <a:pt x="0" y="68"/>
                    </a:cubicBezTo>
                    <a:cubicBezTo>
                      <a:pt x="0" y="94"/>
                      <a:pt x="29" y="122"/>
                      <a:pt x="55" y="122"/>
                    </a:cubicBezTo>
                    <a:lnTo>
                      <a:pt x="1724" y="122"/>
                    </a:lnTo>
                    <a:cubicBezTo>
                      <a:pt x="1762" y="122"/>
                      <a:pt x="1791" y="94"/>
                      <a:pt x="1791" y="68"/>
                    </a:cubicBezTo>
                    <a:cubicBezTo>
                      <a:pt x="1791" y="30"/>
                      <a:pt x="1762" y="1"/>
                      <a:pt x="1724" y="1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9" name="Google Shape;2149;p18"/>
              <p:cNvSpPr/>
              <p:nvPr/>
            </p:nvSpPr>
            <p:spPr>
              <a:xfrm>
                <a:off x="5239163" y="858417"/>
                <a:ext cx="116596" cy="100133"/>
              </a:xfrm>
              <a:custGeom>
                <a:rect b="b" l="l" r="r" t="t"/>
                <a:pathLst>
                  <a:path extrusionOk="0" h="1253" w="1459">
                    <a:moveTo>
                      <a:pt x="1298" y="0"/>
                    </a:moveTo>
                    <a:cubicBezTo>
                      <a:pt x="1" y="0"/>
                      <a:pt x="177" y="1253"/>
                      <a:pt x="177" y="1253"/>
                    </a:cubicBezTo>
                    <a:lnTo>
                      <a:pt x="561" y="1240"/>
                    </a:lnTo>
                    <a:cubicBezTo>
                      <a:pt x="536" y="1092"/>
                      <a:pt x="363" y="93"/>
                      <a:pt x="1458" y="0"/>
                    </a:cubicBezTo>
                    <a:close/>
                  </a:path>
                </a:pathLst>
              </a:custGeom>
              <a:solidFill>
                <a:srgbClr val="A105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0" name="Google Shape;2150;p18"/>
              <p:cNvSpPr/>
              <p:nvPr/>
            </p:nvSpPr>
            <p:spPr>
              <a:xfrm>
                <a:off x="5342892" y="1076981"/>
                <a:ext cx="42515" cy="42355"/>
              </a:xfrm>
              <a:custGeom>
                <a:rect b="b" l="l" r="r" t="t"/>
                <a:pathLst>
                  <a:path extrusionOk="0" h="530" w="532">
                    <a:moveTo>
                      <a:pt x="0" y="1"/>
                    </a:moveTo>
                    <a:lnTo>
                      <a:pt x="0" y="376"/>
                    </a:lnTo>
                    <a:cubicBezTo>
                      <a:pt x="0" y="376"/>
                      <a:pt x="124" y="529"/>
                      <a:pt x="407" y="529"/>
                    </a:cubicBezTo>
                    <a:cubicBezTo>
                      <a:pt x="445" y="529"/>
                      <a:pt x="487" y="526"/>
                      <a:pt x="532" y="520"/>
                    </a:cubicBezTo>
                    <a:cubicBezTo>
                      <a:pt x="493" y="14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1" name="Google Shape;2151;p18"/>
              <p:cNvSpPr/>
              <p:nvPr/>
            </p:nvSpPr>
            <p:spPr>
              <a:xfrm>
                <a:off x="5299099" y="1076981"/>
                <a:ext cx="43873" cy="42355"/>
              </a:xfrm>
              <a:custGeom>
                <a:rect b="b" l="l" r="r" t="t"/>
                <a:pathLst>
                  <a:path extrusionOk="0" h="530" w="549">
                    <a:moveTo>
                      <a:pt x="548" y="1"/>
                    </a:moveTo>
                    <a:cubicBezTo>
                      <a:pt x="548" y="1"/>
                      <a:pt x="39" y="148"/>
                      <a:pt x="0" y="520"/>
                    </a:cubicBezTo>
                    <a:cubicBezTo>
                      <a:pt x="45" y="526"/>
                      <a:pt x="87" y="529"/>
                      <a:pt x="126" y="529"/>
                    </a:cubicBezTo>
                    <a:cubicBezTo>
                      <a:pt x="412" y="529"/>
                      <a:pt x="548" y="376"/>
                      <a:pt x="548" y="376"/>
                    </a:cubicBezTo>
                    <a:lnTo>
                      <a:pt x="548" y="1"/>
                    </a:lnTo>
                    <a:close/>
                  </a:path>
                </a:pathLst>
              </a:custGeom>
              <a:solidFill>
                <a:srgbClr val="122B5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2" name="Google Shape;2152;p18"/>
              <p:cNvSpPr/>
              <p:nvPr/>
            </p:nvSpPr>
            <p:spPr>
              <a:xfrm>
                <a:off x="5335140" y="1053486"/>
                <a:ext cx="20618" cy="43793"/>
              </a:xfrm>
              <a:custGeom>
                <a:rect b="b" l="l" r="r" t="t"/>
                <a:pathLst>
                  <a:path extrusionOk="0" h="548" w="258">
                    <a:moveTo>
                      <a:pt x="1" y="0"/>
                    </a:moveTo>
                    <a:lnTo>
                      <a:pt x="30" y="548"/>
                    </a:lnTo>
                    <a:lnTo>
                      <a:pt x="257" y="26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A1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3" name="Google Shape;2153;p18"/>
              <p:cNvSpPr/>
              <p:nvPr/>
            </p:nvSpPr>
            <p:spPr>
              <a:xfrm>
                <a:off x="5217906" y="946322"/>
                <a:ext cx="198509" cy="35003"/>
              </a:xfrm>
              <a:custGeom>
                <a:rect b="b" l="l" r="r" t="t"/>
                <a:pathLst>
                  <a:path extrusionOk="0" h="438" w="2484">
                    <a:moveTo>
                      <a:pt x="1630" y="1"/>
                    </a:moveTo>
                    <a:cubicBezTo>
                      <a:pt x="1125" y="1"/>
                      <a:pt x="614" y="80"/>
                      <a:pt x="443" y="153"/>
                    </a:cubicBezTo>
                    <a:cubicBezTo>
                      <a:pt x="183" y="258"/>
                      <a:pt x="0" y="435"/>
                      <a:pt x="385" y="435"/>
                    </a:cubicBezTo>
                    <a:cubicBezTo>
                      <a:pt x="399" y="435"/>
                      <a:pt x="412" y="435"/>
                      <a:pt x="427" y="435"/>
                    </a:cubicBezTo>
                    <a:cubicBezTo>
                      <a:pt x="869" y="435"/>
                      <a:pt x="1497" y="181"/>
                      <a:pt x="1497" y="181"/>
                    </a:cubicBezTo>
                    <a:lnTo>
                      <a:pt x="1497" y="181"/>
                    </a:lnTo>
                    <a:cubicBezTo>
                      <a:pt x="1497" y="181"/>
                      <a:pt x="1257" y="435"/>
                      <a:pt x="1455" y="435"/>
                    </a:cubicBezTo>
                    <a:cubicBezTo>
                      <a:pt x="1477" y="436"/>
                      <a:pt x="1499" y="437"/>
                      <a:pt x="1522" y="437"/>
                    </a:cubicBezTo>
                    <a:cubicBezTo>
                      <a:pt x="1944" y="437"/>
                      <a:pt x="2483" y="114"/>
                      <a:pt x="2483" y="114"/>
                    </a:cubicBezTo>
                    <a:cubicBezTo>
                      <a:pt x="2258" y="32"/>
                      <a:pt x="1945" y="1"/>
                      <a:pt x="1630" y="1"/>
                    </a:cubicBezTo>
                    <a:close/>
                  </a:path>
                </a:pathLst>
              </a:custGeom>
              <a:solidFill>
                <a:srgbClr val="2841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54" name="Google Shape;2154;p18"/>
          <p:cNvGrpSpPr/>
          <p:nvPr/>
        </p:nvGrpSpPr>
        <p:grpSpPr>
          <a:xfrm flipH="1">
            <a:off x="4366256" y="539492"/>
            <a:ext cx="205747" cy="1508819"/>
            <a:chOff x="425780" y="482769"/>
            <a:chExt cx="127818" cy="561525"/>
          </a:xfrm>
        </p:grpSpPr>
        <p:sp>
          <p:nvSpPr>
            <p:cNvPr id="2155" name="Google Shape;2155;p18"/>
            <p:cNvSpPr/>
            <p:nvPr/>
          </p:nvSpPr>
          <p:spPr>
            <a:xfrm>
              <a:off x="425780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6" name="Google Shape;2156;p18"/>
            <p:cNvSpPr/>
            <p:nvPr/>
          </p:nvSpPr>
          <p:spPr>
            <a:xfrm>
              <a:off x="445160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18"/>
            <p:cNvSpPr/>
            <p:nvPr/>
          </p:nvSpPr>
          <p:spPr>
            <a:xfrm>
              <a:off x="46470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18"/>
            <p:cNvSpPr/>
            <p:nvPr/>
          </p:nvSpPr>
          <p:spPr>
            <a:xfrm>
              <a:off x="48408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18"/>
            <p:cNvSpPr/>
            <p:nvPr/>
          </p:nvSpPr>
          <p:spPr>
            <a:xfrm>
              <a:off x="503468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0" name="Google Shape;2160;p18"/>
            <p:cNvSpPr/>
            <p:nvPr/>
          </p:nvSpPr>
          <p:spPr>
            <a:xfrm>
              <a:off x="52307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18"/>
            <p:cNvSpPr/>
            <p:nvPr/>
          </p:nvSpPr>
          <p:spPr>
            <a:xfrm>
              <a:off x="54245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2" name="Google Shape;2162;p18"/>
          <p:cNvGrpSpPr/>
          <p:nvPr/>
        </p:nvGrpSpPr>
        <p:grpSpPr>
          <a:xfrm>
            <a:off x="7460542" y="539504"/>
            <a:ext cx="1129918" cy="278457"/>
            <a:chOff x="713231" y="815211"/>
            <a:chExt cx="894914" cy="220542"/>
          </a:xfrm>
        </p:grpSpPr>
        <p:sp>
          <p:nvSpPr>
            <p:cNvPr id="2163" name="Google Shape;2163;p18"/>
            <p:cNvSpPr/>
            <p:nvPr/>
          </p:nvSpPr>
          <p:spPr>
            <a:xfrm>
              <a:off x="1387603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18"/>
            <p:cNvSpPr/>
            <p:nvPr/>
          </p:nvSpPr>
          <p:spPr>
            <a:xfrm>
              <a:off x="713231" y="815211"/>
              <a:ext cx="222044" cy="220542"/>
            </a:xfrm>
            <a:custGeom>
              <a:rect b="b" l="l" r="r" t="t"/>
              <a:pathLst>
                <a:path extrusionOk="0" h="1763" w="1775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18"/>
            <p:cNvSpPr/>
            <p:nvPr/>
          </p:nvSpPr>
          <p:spPr>
            <a:xfrm>
              <a:off x="1050229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19"/>
          <p:cNvSpPr txBox="1"/>
          <p:nvPr>
            <p:ph type="title"/>
          </p:nvPr>
        </p:nvSpPr>
        <p:spPr>
          <a:xfrm>
            <a:off x="267750" y="380475"/>
            <a:ext cx="8619600" cy="442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0">
                <a:solidFill>
                  <a:srgbClr val="FF247F"/>
                </a:solidFill>
              </a:rPr>
              <a:t>Why ?</a:t>
            </a:r>
            <a:endParaRPr sz="17000">
              <a:solidFill>
                <a:srgbClr val="FF247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5" name="Google Shape;2175;p20"/>
          <p:cNvGrpSpPr/>
          <p:nvPr/>
        </p:nvGrpSpPr>
        <p:grpSpPr>
          <a:xfrm>
            <a:off x="5838767" y="1458725"/>
            <a:ext cx="2638538" cy="1938033"/>
            <a:chOff x="296117" y="2376907"/>
            <a:chExt cx="715672" cy="525668"/>
          </a:xfrm>
        </p:grpSpPr>
        <p:sp>
          <p:nvSpPr>
            <p:cNvPr id="2176" name="Google Shape;2176;p20"/>
            <p:cNvSpPr/>
            <p:nvPr/>
          </p:nvSpPr>
          <p:spPr>
            <a:xfrm>
              <a:off x="476250" y="2376907"/>
              <a:ext cx="355343" cy="46378"/>
            </a:xfrm>
            <a:custGeom>
              <a:rect b="b" l="l" r="r" t="t"/>
              <a:pathLst>
                <a:path extrusionOk="0" h="828" w="6344">
                  <a:moveTo>
                    <a:pt x="3179" y="1"/>
                  </a:moveTo>
                  <a:cubicBezTo>
                    <a:pt x="2019" y="1"/>
                    <a:pt x="936" y="293"/>
                    <a:pt x="1" y="828"/>
                  </a:cubicBezTo>
                  <a:lnTo>
                    <a:pt x="6344" y="828"/>
                  </a:lnTo>
                  <a:cubicBezTo>
                    <a:pt x="5408" y="293"/>
                    <a:pt x="4326" y="1"/>
                    <a:pt x="3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20"/>
            <p:cNvSpPr/>
            <p:nvPr/>
          </p:nvSpPr>
          <p:spPr>
            <a:xfrm>
              <a:off x="394081" y="2441881"/>
              <a:ext cx="520412" cy="47275"/>
            </a:xfrm>
            <a:custGeom>
              <a:rect b="b" l="l" r="r" t="t"/>
              <a:pathLst>
                <a:path extrusionOk="0" h="844" w="9291">
                  <a:moveTo>
                    <a:pt x="962" y="1"/>
                  </a:moveTo>
                  <a:cubicBezTo>
                    <a:pt x="616" y="241"/>
                    <a:pt x="295" y="523"/>
                    <a:pt x="1" y="843"/>
                  </a:cubicBezTo>
                  <a:lnTo>
                    <a:pt x="9291" y="843"/>
                  </a:lnTo>
                  <a:cubicBezTo>
                    <a:pt x="8996" y="523"/>
                    <a:pt x="8676" y="241"/>
                    <a:pt x="831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20"/>
            <p:cNvSpPr/>
            <p:nvPr/>
          </p:nvSpPr>
          <p:spPr>
            <a:xfrm>
              <a:off x="353025" y="2507022"/>
              <a:ext cx="601854" cy="33608"/>
            </a:xfrm>
            <a:custGeom>
              <a:rect b="b" l="l" r="r" t="t"/>
              <a:pathLst>
                <a:path extrusionOk="0" h="600" w="10745">
                  <a:moveTo>
                    <a:pt x="439" y="1"/>
                  </a:moveTo>
                  <a:cubicBezTo>
                    <a:pt x="279" y="186"/>
                    <a:pt x="135" y="388"/>
                    <a:pt x="0" y="600"/>
                  </a:cubicBezTo>
                  <a:lnTo>
                    <a:pt x="10745" y="600"/>
                  </a:lnTo>
                  <a:cubicBezTo>
                    <a:pt x="10610" y="388"/>
                    <a:pt x="10466" y="186"/>
                    <a:pt x="103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20"/>
            <p:cNvSpPr/>
            <p:nvPr/>
          </p:nvSpPr>
          <p:spPr>
            <a:xfrm>
              <a:off x="322330" y="2571995"/>
              <a:ext cx="663244" cy="27670"/>
            </a:xfrm>
            <a:custGeom>
              <a:rect b="b" l="l" r="r" t="t"/>
              <a:pathLst>
                <a:path extrusionOk="0" h="494" w="11841">
                  <a:moveTo>
                    <a:pt x="228" y="0"/>
                  </a:moveTo>
                  <a:cubicBezTo>
                    <a:pt x="148" y="160"/>
                    <a:pt x="68" y="333"/>
                    <a:pt x="0" y="494"/>
                  </a:cubicBezTo>
                  <a:lnTo>
                    <a:pt x="11841" y="494"/>
                  </a:lnTo>
                  <a:cubicBezTo>
                    <a:pt x="11773" y="333"/>
                    <a:pt x="11706" y="160"/>
                    <a:pt x="1161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20"/>
            <p:cNvSpPr/>
            <p:nvPr/>
          </p:nvSpPr>
          <p:spPr>
            <a:xfrm>
              <a:off x="303679" y="2637137"/>
              <a:ext cx="701277" cy="25318"/>
            </a:xfrm>
            <a:custGeom>
              <a:rect b="b" l="l" r="r" t="t"/>
              <a:pathLst>
                <a:path extrusionOk="0" h="452" w="12520">
                  <a:moveTo>
                    <a:pt x="106" y="0"/>
                  </a:moveTo>
                  <a:cubicBezTo>
                    <a:pt x="67" y="147"/>
                    <a:pt x="26" y="308"/>
                    <a:pt x="0" y="452"/>
                  </a:cubicBezTo>
                  <a:lnTo>
                    <a:pt x="12520" y="452"/>
                  </a:lnTo>
                  <a:cubicBezTo>
                    <a:pt x="12481" y="308"/>
                    <a:pt x="12452" y="147"/>
                    <a:pt x="1241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20"/>
            <p:cNvSpPr/>
            <p:nvPr/>
          </p:nvSpPr>
          <p:spPr>
            <a:xfrm>
              <a:off x="296117" y="2702054"/>
              <a:ext cx="715672" cy="21789"/>
            </a:xfrm>
            <a:custGeom>
              <a:rect b="b" l="l" r="r" t="t"/>
              <a:pathLst>
                <a:path extrusionOk="0" h="389" w="12777">
                  <a:moveTo>
                    <a:pt x="29" y="1"/>
                  </a:moveTo>
                  <a:cubicBezTo>
                    <a:pt x="13" y="135"/>
                    <a:pt x="13" y="270"/>
                    <a:pt x="1" y="388"/>
                  </a:cubicBezTo>
                  <a:lnTo>
                    <a:pt x="12776" y="388"/>
                  </a:lnTo>
                  <a:cubicBezTo>
                    <a:pt x="12776" y="270"/>
                    <a:pt x="12763" y="135"/>
                    <a:pt x="127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2" name="Google Shape;2182;p20"/>
            <p:cNvSpPr/>
            <p:nvPr/>
          </p:nvSpPr>
          <p:spPr>
            <a:xfrm>
              <a:off x="297741" y="2767923"/>
              <a:ext cx="712423" cy="14227"/>
            </a:xfrm>
            <a:custGeom>
              <a:rect b="b" l="l" r="r" t="t"/>
              <a:pathLst>
                <a:path extrusionOk="0" h="254" w="12719">
                  <a:moveTo>
                    <a:pt x="0" y="1"/>
                  </a:moveTo>
                  <a:cubicBezTo>
                    <a:pt x="13" y="81"/>
                    <a:pt x="13" y="173"/>
                    <a:pt x="26" y="254"/>
                  </a:cubicBezTo>
                  <a:lnTo>
                    <a:pt x="12693" y="254"/>
                  </a:lnTo>
                  <a:cubicBezTo>
                    <a:pt x="12706" y="173"/>
                    <a:pt x="12718" y="81"/>
                    <a:pt x="127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3" name="Google Shape;2183;p20"/>
            <p:cNvSpPr/>
            <p:nvPr/>
          </p:nvSpPr>
          <p:spPr>
            <a:xfrm>
              <a:off x="309560" y="2832897"/>
              <a:ext cx="688786" cy="12043"/>
            </a:xfrm>
            <a:custGeom>
              <a:rect b="b" l="l" r="r" t="t"/>
              <a:pathLst>
                <a:path extrusionOk="0" h="215" w="12297">
                  <a:moveTo>
                    <a:pt x="1" y="0"/>
                  </a:moveTo>
                  <a:cubicBezTo>
                    <a:pt x="30" y="67"/>
                    <a:pt x="55" y="148"/>
                    <a:pt x="68" y="215"/>
                  </a:cubicBezTo>
                  <a:lnTo>
                    <a:pt x="12229" y="215"/>
                  </a:lnTo>
                  <a:cubicBezTo>
                    <a:pt x="12254" y="148"/>
                    <a:pt x="12283" y="67"/>
                    <a:pt x="122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20"/>
            <p:cNvSpPr/>
            <p:nvPr/>
          </p:nvSpPr>
          <p:spPr>
            <a:xfrm>
              <a:off x="335773" y="2898038"/>
              <a:ext cx="637086" cy="4537"/>
            </a:xfrm>
            <a:custGeom>
              <a:rect b="b" l="l" r="r" t="t"/>
              <a:pathLst>
                <a:path extrusionOk="0" h="81" w="11374">
                  <a:moveTo>
                    <a:pt x="1" y="0"/>
                  </a:moveTo>
                  <a:cubicBezTo>
                    <a:pt x="13" y="26"/>
                    <a:pt x="26" y="55"/>
                    <a:pt x="42" y="80"/>
                  </a:cubicBezTo>
                  <a:lnTo>
                    <a:pt x="11319" y="80"/>
                  </a:lnTo>
                  <a:cubicBezTo>
                    <a:pt x="11335" y="55"/>
                    <a:pt x="11360" y="26"/>
                    <a:pt x="1137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5" name="Google Shape;218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20"/>
          <p:cNvSpPr txBox="1"/>
          <p:nvPr>
            <p:ph idx="2" type="title"/>
          </p:nvPr>
        </p:nvSpPr>
        <p:spPr>
          <a:xfrm>
            <a:off x="835825" y="1212500"/>
            <a:ext cx="860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2187" name="Google Shape;2187;p20"/>
          <p:cNvSpPr txBox="1"/>
          <p:nvPr>
            <p:ph idx="3" type="title"/>
          </p:nvPr>
        </p:nvSpPr>
        <p:spPr>
          <a:xfrm>
            <a:off x="835825" y="2983397"/>
            <a:ext cx="860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2188" name="Google Shape;2188;p20"/>
          <p:cNvSpPr txBox="1"/>
          <p:nvPr>
            <p:ph idx="4" type="title"/>
          </p:nvPr>
        </p:nvSpPr>
        <p:spPr>
          <a:xfrm>
            <a:off x="3773075" y="1212500"/>
            <a:ext cx="860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2189" name="Google Shape;2189;p20"/>
          <p:cNvSpPr txBox="1"/>
          <p:nvPr>
            <p:ph idx="1" type="subTitle"/>
          </p:nvPr>
        </p:nvSpPr>
        <p:spPr>
          <a:xfrm>
            <a:off x="713225" y="1854825"/>
            <a:ext cx="26781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 on You</a:t>
            </a:r>
            <a:endParaRPr/>
          </a:p>
        </p:txBody>
      </p:sp>
      <p:sp>
        <p:nvSpPr>
          <p:cNvPr id="2190" name="Google Shape;2190;p20"/>
          <p:cNvSpPr txBox="1"/>
          <p:nvPr>
            <p:ph idx="6" type="subTitle"/>
          </p:nvPr>
        </p:nvSpPr>
        <p:spPr>
          <a:xfrm>
            <a:off x="3650475" y="1854825"/>
            <a:ext cx="38862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Impact on the world</a:t>
            </a:r>
            <a:endParaRPr/>
          </a:p>
        </p:txBody>
      </p:sp>
      <p:sp>
        <p:nvSpPr>
          <p:cNvPr id="2191" name="Google Shape;2191;p20"/>
          <p:cNvSpPr txBox="1"/>
          <p:nvPr>
            <p:ph idx="7" type="subTitle"/>
          </p:nvPr>
        </p:nvSpPr>
        <p:spPr>
          <a:xfrm>
            <a:off x="713225" y="3625775"/>
            <a:ext cx="21204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Takeaway</a:t>
            </a:r>
            <a:endParaRPr/>
          </a:p>
        </p:txBody>
      </p:sp>
      <p:sp>
        <p:nvSpPr>
          <p:cNvPr id="2192" name="Google Shape;2192;p20"/>
          <p:cNvSpPr txBox="1"/>
          <p:nvPr>
            <p:ph idx="9" type="subTitle"/>
          </p:nvPr>
        </p:nvSpPr>
        <p:spPr>
          <a:xfrm>
            <a:off x="713225" y="2183400"/>
            <a:ext cx="2120400" cy="4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rbitron"/>
                <a:ea typeface="Orbitron"/>
                <a:cs typeface="Orbitron"/>
                <a:sym typeface="Orbitron"/>
              </a:rPr>
              <a:t>What you get out of it</a:t>
            </a:r>
            <a:endParaRPr b="1"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193" name="Google Shape;2193;p20"/>
          <p:cNvSpPr txBox="1"/>
          <p:nvPr>
            <p:ph idx="13" type="subTitle"/>
          </p:nvPr>
        </p:nvSpPr>
        <p:spPr>
          <a:xfrm>
            <a:off x="3650475" y="2183400"/>
            <a:ext cx="2120400" cy="4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rbitron"/>
                <a:ea typeface="Orbitron"/>
                <a:cs typeface="Orbitron"/>
                <a:sym typeface="Orbitron"/>
              </a:rPr>
              <a:t>What it means for others</a:t>
            </a:r>
            <a:endParaRPr b="1"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194" name="Google Shape;2194;p20"/>
          <p:cNvSpPr txBox="1"/>
          <p:nvPr>
            <p:ph idx="14" type="subTitle"/>
          </p:nvPr>
        </p:nvSpPr>
        <p:spPr>
          <a:xfrm>
            <a:off x="713225" y="3944075"/>
            <a:ext cx="2120400" cy="4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rbitron"/>
                <a:ea typeface="Orbitron"/>
                <a:cs typeface="Orbitron"/>
                <a:sym typeface="Orbitron"/>
              </a:rPr>
              <a:t>Get to the </a:t>
            </a:r>
            <a:r>
              <a:rPr b="1" lang="en-US">
                <a:latin typeface="Orbitron"/>
                <a:ea typeface="Orbitron"/>
                <a:cs typeface="Orbitron"/>
                <a:sym typeface="Orbitron"/>
              </a:rPr>
              <a:t>point</a:t>
            </a:r>
            <a:r>
              <a:rPr b="1" lang="en-US">
                <a:latin typeface="Orbitron"/>
                <a:ea typeface="Orbitron"/>
                <a:cs typeface="Orbitron"/>
                <a:sym typeface="Orbitron"/>
              </a:rPr>
              <a:t> Ammar </a:t>
            </a:r>
            <a:endParaRPr b="1">
              <a:latin typeface="Orbitron"/>
              <a:ea typeface="Orbitron"/>
              <a:cs typeface="Orbitron"/>
              <a:sym typeface="Orbitron"/>
            </a:endParaRPr>
          </a:p>
        </p:txBody>
      </p:sp>
      <p:grpSp>
        <p:nvGrpSpPr>
          <p:cNvPr id="2195" name="Google Shape;2195;p20"/>
          <p:cNvGrpSpPr/>
          <p:nvPr/>
        </p:nvGrpSpPr>
        <p:grpSpPr>
          <a:xfrm>
            <a:off x="6172242" y="1958087"/>
            <a:ext cx="1646504" cy="2476224"/>
            <a:chOff x="8190598" y="3300947"/>
            <a:chExt cx="840782" cy="1264476"/>
          </a:xfrm>
        </p:grpSpPr>
        <p:sp>
          <p:nvSpPr>
            <p:cNvPr id="2196" name="Google Shape;2196;p20"/>
            <p:cNvSpPr/>
            <p:nvPr/>
          </p:nvSpPr>
          <p:spPr>
            <a:xfrm>
              <a:off x="8487319" y="4206769"/>
              <a:ext cx="93740" cy="182366"/>
            </a:xfrm>
            <a:custGeom>
              <a:rect b="b" l="l" r="r" t="t"/>
              <a:pathLst>
                <a:path extrusionOk="0" h="2282" w="1173">
                  <a:moveTo>
                    <a:pt x="599" y="1"/>
                  </a:moveTo>
                  <a:lnTo>
                    <a:pt x="0" y="2121"/>
                  </a:lnTo>
                  <a:lnTo>
                    <a:pt x="586" y="2282"/>
                  </a:lnTo>
                  <a:lnTo>
                    <a:pt x="1173" y="161"/>
                  </a:lnTo>
                  <a:lnTo>
                    <a:pt x="599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7" name="Google Shape;2197;p20"/>
            <p:cNvSpPr/>
            <p:nvPr/>
          </p:nvSpPr>
          <p:spPr>
            <a:xfrm>
              <a:off x="8528794" y="4206769"/>
              <a:ext cx="52264" cy="35163"/>
            </a:xfrm>
            <a:custGeom>
              <a:rect b="b" l="l" r="r" t="t"/>
              <a:pathLst>
                <a:path extrusionOk="0" h="440" w="654">
                  <a:moveTo>
                    <a:pt x="80" y="1"/>
                  </a:moveTo>
                  <a:lnTo>
                    <a:pt x="0" y="279"/>
                  </a:lnTo>
                  <a:lnTo>
                    <a:pt x="573" y="440"/>
                  </a:lnTo>
                  <a:lnTo>
                    <a:pt x="654" y="161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8" name="Google Shape;2198;p20"/>
            <p:cNvSpPr/>
            <p:nvPr/>
          </p:nvSpPr>
          <p:spPr>
            <a:xfrm>
              <a:off x="8523360" y="4115908"/>
              <a:ext cx="91023" cy="114278"/>
            </a:xfrm>
            <a:custGeom>
              <a:rect b="b" l="l" r="r" t="t"/>
              <a:pathLst>
                <a:path extrusionOk="0" h="1430" w="1139">
                  <a:moveTo>
                    <a:pt x="337" y="0"/>
                  </a:moveTo>
                  <a:lnTo>
                    <a:pt x="1" y="1202"/>
                  </a:lnTo>
                  <a:lnTo>
                    <a:pt x="802" y="1429"/>
                  </a:lnTo>
                  <a:lnTo>
                    <a:pt x="1138" y="22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9" name="Google Shape;2199;p20"/>
            <p:cNvSpPr/>
            <p:nvPr/>
          </p:nvSpPr>
          <p:spPr>
            <a:xfrm>
              <a:off x="8295285" y="3714980"/>
              <a:ext cx="107885" cy="191077"/>
            </a:xfrm>
            <a:custGeom>
              <a:rect b="b" l="l" r="r" t="t"/>
              <a:pathLst>
                <a:path extrusionOk="0" h="2391" w="1350">
                  <a:moveTo>
                    <a:pt x="612" y="1"/>
                  </a:moveTo>
                  <a:lnTo>
                    <a:pt x="0" y="2189"/>
                  </a:lnTo>
                  <a:lnTo>
                    <a:pt x="747" y="2391"/>
                  </a:lnTo>
                  <a:lnTo>
                    <a:pt x="1349" y="199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0" name="Google Shape;2200;p20"/>
            <p:cNvSpPr/>
            <p:nvPr/>
          </p:nvSpPr>
          <p:spPr>
            <a:xfrm>
              <a:off x="8259963" y="3676781"/>
              <a:ext cx="198509" cy="84870"/>
            </a:xfrm>
            <a:custGeom>
              <a:rect b="b" l="l" r="r" t="t"/>
              <a:pathLst>
                <a:path extrusionOk="0" h="1062" w="2484">
                  <a:moveTo>
                    <a:pt x="297" y="0"/>
                  </a:moveTo>
                  <a:cubicBezTo>
                    <a:pt x="179" y="0"/>
                    <a:pt x="74" y="76"/>
                    <a:pt x="42" y="197"/>
                  </a:cubicBezTo>
                  <a:cubicBezTo>
                    <a:pt x="0" y="331"/>
                    <a:pt x="93" y="479"/>
                    <a:pt x="228" y="517"/>
                  </a:cubicBezTo>
                  <a:lnTo>
                    <a:pt x="2124" y="1052"/>
                  </a:lnTo>
                  <a:cubicBezTo>
                    <a:pt x="2149" y="1059"/>
                    <a:pt x="2174" y="1062"/>
                    <a:pt x="2198" y="1062"/>
                  </a:cubicBezTo>
                  <a:cubicBezTo>
                    <a:pt x="2317" y="1062"/>
                    <a:pt x="2421" y="986"/>
                    <a:pt x="2445" y="866"/>
                  </a:cubicBezTo>
                  <a:cubicBezTo>
                    <a:pt x="2483" y="719"/>
                    <a:pt x="2403" y="572"/>
                    <a:pt x="2272" y="530"/>
                  </a:cubicBezTo>
                  <a:lnTo>
                    <a:pt x="375" y="11"/>
                  </a:lnTo>
                  <a:cubicBezTo>
                    <a:pt x="349" y="4"/>
                    <a:pt x="323" y="0"/>
                    <a:pt x="29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1" name="Google Shape;2201;p20"/>
            <p:cNvSpPr/>
            <p:nvPr/>
          </p:nvSpPr>
          <p:spPr>
            <a:xfrm>
              <a:off x="8465742" y="3921797"/>
              <a:ext cx="281700" cy="254609"/>
            </a:xfrm>
            <a:custGeom>
              <a:rect b="b" l="l" r="r" t="t"/>
              <a:pathLst>
                <a:path extrusionOk="0" h="3186" w="3525">
                  <a:moveTo>
                    <a:pt x="1776" y="0"/>
                  </a:moveTo>
                  <a:cubicBezTo>
                    <a:pt x="1077" y="0"/>
                    <a:pt x="429" y="460"/>
                    <a:pt x="228" y="1164"/>
                  </a:cubicBezTo>
                  <a:cubicBezTo>
                    <a:pt x="1" y="2016"/>
                    <a:pt x="498" y="2884"/>
                    <a:pt x="1337" y="3125"/>
                  </a:cubicBezTo>
                  <a:cubicBezTo>
                    <a:pt x="1481" y="3166"/>
                    <a:pt x="1626" y="3185"/>
                    <a:pt x="1769" y="3185"/>
                  </a:cubicBezTo>
                  <a:cubicBezTo>
                    <a:pt x="2462" y="3185"/>
                    <a:pt x="3101" y="2725"/>
                    <a:pt x="3301" y="2016"/>
                  </a:cubicBezTo>
                  <a:cubicBezTo>
                    <a:pt x="3525" y="1177"/>
                    <a:pt x="3032" y="296"/>
                    <a:pt x="2192" y="56"/>
                  </a:cubicBezTo>
                  <a:cubicBezTo>
                    <a:pt x="2053" y="18"/>
                    <a:pt x="1913" y="0"/>
                    <a:pt x="1776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2" name="Google Shape;2202;p20"/>
            <p:cNvSpPr/>
            <p:nvPr/>
          </p:nvSpPr>
          <p:spPr>
            <a:xfrm>
              <a:off x="8214093" y="4281249"/>
              <a:ext cx="59776" cy="100453"/>
            </a:xfrm>
            <a:custGeom>
              <a:rect b="b" l="l" r="r" t="t"/>
              <a:pathLst>
                <a:path extrusionOk="0" h="1257" w="748">
                  <a:moveTo>
                    <a:pt x="321" y="1"/>
                  </a:moveTo>
                  <a:lnTo>
                    <a:pt x="1" y="1135"/>
                  </a:lnTo>
                  <a:lnTo>
                    <a:pt x="427" y="1257"/>
                  </a:lnTo>
                  <a:lnTo>
                    <a:pt x="747" y="123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20"/>
            <p:cNvSpPr/>
            <p:nvPr/>
          </p:nvSpPr>
          <p:spPr>
            <a:xfrm>
              <a:off x="8190598" y="4352612"/>
              <a:ext cx="75839" cy="67848"/>
            </a:xfrm>
            <a:custGeom>
              <a:rect b="b" l="l" r="r" t="t"/>
              <a:pathLst>
                <a:path extrusionOk="0" h="849" w="949">
                  <a:moveTo>
                    <a:pt x="469" y="0"/>
                  </a:moveTo>
                  <a:cubicBezTo>
                    <a:pt x="286" y="0"/>
                    <a:pt x="123" y="122"/>
                    <a:pt x="67" y="309"/>
                  </a:cubicBezTo>
                  <a:cubicBezTo>
                    <a:pt x="0" y="537"/>
                    <a:pt x="135" y="764"/>
                    <a:pt x="362" y="831"/>
                  </a:cubicBezTo>
                  <a:cubicBezTo>
                    <a:pt x="402" y="843"/>
                    <a:pt x="442" y="849"/>
                    <a:pt x="481" y="849"/>
                  </a:cubicBezTo>
                  <a:cubicBezTo>
                    <a:pt x="664" y="849"/>
                    <a:pt x="828" y="724"/>
                    <a:pt x="881" y="537"/>
                  </a:cubicBezTo>
                  <a:cubicBezTo>
                    <a:pt x="948" y="309"/>
                    <a:pt x="817" y="82"/>
                    <a:pt x="590" y="18"/>
                  </a:cubicBezTo>
                  <a:cubicBezTo>
                    <a:pt x="549" y="6"/>
                    <a:pt x="509" y="0"/>
                    <a:pt x="469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20"/>
            <p:cNvSpPr/>
            <p:nvPr/>
          </p:nvSpPr>
          <p:spPr>
            <a:xfrm>
              <a:off x="8208739" y="4368355"/>
              <a:ext cx="39478" cy="35562"/>
            </a:xfrm>
            <a:custGeom>
              <a:rect b="b" l="l" r="r" t="t"/>
              <a:pathLst>
                <a:path extrusionOk="0" h="445" w="494">
                  <a:moveTo>
                    <a:pt x="256" y="1"/>
                  </a:moveTo>
                  <a:cubicBezTo>
                    <a:pt x="156" y="1"/>
                    <a:pt x="62" y="63"/>
                    <a:pt x="29" y="167"/>
                  </a:cubicBezTo>
                  <a:cubicBezTo>
                    <a:pt x="1" y="285"/>
                    <a:pt x="68" y="407"/>
                    <a:pt x="190" y="433"/>
                  </a:cubicBezTo>
                  <a:cubicBezTo>
                    <a:pt x="213" y="441"/>
                    <a:pt x="237" y="445"/>
                    <a:pt x="261" y="445"/>
                  </a:cubicBezTo>
                  <a:cubicBezTo>
                    <a:pt x="353" y="445"/>
                    <a:pt x="435" y="383"/>
                    <a:pt x="456" y="285"/>
                  </a:cubicBezTo>
                  <a:cubicBezTo>
                    <a:pt x="494" y="167"/>
                    <a:pt x="430" y="45"/>
                    <a:pt x="308" y="7"/>
                  </a:cubicBezTo>
                  <a:cubicBezTo>
                    <a:pt x="291" y="3"/>
                    <a:pt x="273" y="1"/>
                    <a:pt x="25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20"/>
            <p:cNvSpPr/>
            <p:nvPr/>
          </p:nvSpPr>
          <p:spPr>
            <a:xfrm>
              <a:off x="8230235" y="4281249"/>
              <a:ext cx="565399" cy="185722"/>
            </a:xfrm>
            <a:custGeom>
              <a:rect b="b" l="l" r="r" t="t"/>
              <a:pathLst>
                <a:path extrusionOk="0" h="2324" w="7075">
                  <a:moveTo>
                    <a:pt x="119" y="1"/>
                  </a:moveTo>
                  <a:lnTo>
                    <a:pt x="1" y="389"/>
                  </a:lnTo>
                  <a:lnTo>
                    <a:pt x="3483" y="1362"/>
                  </a:lnTo>
                  <a:lnTo>
                    <a:pt x="6968" y="2324"/>
                  </a:lnTo>
                  <a:lnTo>
                    <a:pt x="7074" y="1936"/>
                  </a:lnTo>
                  <a:lnTo>
                    <a:pt x="3589" y="975"/>
                  </a:lnTo>
                  <a:lnTo>
                    <a:pt x="119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6" name="Google Shape;2206;p20"/>
            <p:cNvSpPr/>
            <p:nvPr/>
          </p:nvSpPr>
          <p:spPr>
            <a:xfrm>
              <a:off x="8735851" y="4426452"/>
              <a:ext cx="59776" cy="100453"/>
            </a:xfrm>
            <a:custGeom>
              <a:rect b="b" l="l" r="r" t="t"/>
              <a:pathLst>
                <a:path extrusionOk="0" h="1257" w="748">
                  <a:moveTo>
                    <a:pt x="321" y="0"/>
                  </a:moveTo>
                  <a:lnTo>
                    <a:pt x="1" y="1134"/>
                  </a:lnTo>
                  <a:lnTo>
                    <a:pt x="440" y="1256"/>
                  </a:lnTo>
                  <a:lnTo>
                    <a:pt x="747" y="119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7" name="Google Shape;2207;p20"/>
            <p:cNvSpPr/>
            <p:nvPr/>
          </p:nvSpPr>
          <p:spPr>
            <a:xfrm>
              <a:off x="8713315" y="4497975"/>
              <a:ext cx="74880" cy="67448"/>
            </a:xfrm>
            <a:custGeom>
              <a:rect b="b" l="l" r="r" t="t"/>
              <a:pathLst>
                <a:path extrusionOk="0" h="844" w="937">
                  <a:moveTo>
                    <a:pt x="474" y="0"/>
                  </a:moveTo>
                  <a:cubicBezTo>
                    <a:pt x="292" y="0"/>
                    <a:pt x="112" y="115"/>
                    <a:pt x="55" y="307"/>
                  </a:cubicBezTo>
                  <a:cubicBezTo>
                    <a:pt x="1" y="534"/>
                    <a:pt x="135" y="774"/>
                    <a:pt x="347" y="826"/>
                  </a:cubicBezTo>
                  <a:cubicBezTo>
                    <a:pt x="387" y="838"/>
                    <a:pt x="428" y="843"/>
                    <a:pt x="468" y="843"/>
                  </a:cubicBezTo>
                  <a:cubicBezTo>
                    <a:pt x="654" y="843"/>
                    <a:pt x="826" y="721"/>
                    <a:pt x="882" y="534"/>
                  </a:cubicBezTo>
                  <a:cubicBezTo>
                    <a:pt x="936" y="307"/>
                    <a:pt x="802" y="79"/>
                    <a:pt x="574" y="12"/>
                  </a:cubicBezTo>
                  <a:cubicBezTo>
                    <a:pt x="541" y="4"/>
                    <a:pt x="508" y="0"/>
                    <a:pt x="474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8" name="Google Shape;2208;p20"/>
            <p:cNvSpPr/>
            <p:nvPr/>
          </p:nvSpPr>
          <p:spPr>
            <a:xfrm>
              <a:off x="8731536" y="4514118"/>
              <a:ext cx="38439" cy="35482"/>
            </a:xfrm>
            <a:custGeom>
              <a:rect b="b" l="l" r="r" t="t"/>
              <a:pathLst>
                <a:path extrusionOk="0" h="444" w="481">
                  <a:moveTo>
                    <a:pt x="233" y="1"/>
                  </a:moveTo>
                  <a:cubicBezTo>
                    <a:pt x="141" y="1"/>
                    <a:pt x="49" y="70"/>
                    <a:pt x="26" y="159"/>
                  </a:cubicBezTo>
                  <a:cubicBezTo>
                    <a:pt x="0" y="278"/>
                    <a:pt x="68" y="399"/>
                    <a:pt x="173" y="438"/>
                  </a:cubicBezTo>
                  <a:cubicBezTo>
                    <a:pt x="191" y="442"/>
                    <a:pt x="209" y="443"/>
                    <a:pt x="226" y="443"/>
                  </a:cubicBezTo>
                  <a:cubicBezTo>
                    <a:pt x="328" y="443"/>
                    <a:pt x="420" y="382"/>
                    <a:pt x="455" y="278"/>
                  </a:cubicBezTo>
                  <a:cubicBezTo>
                    <a:pt x="481" y="159"/>
                    <a:pt x="414" y="37"/>
                    <a:pt x="295" y="12"/>
                  </a:cubicBezTo>
                  <a:cubicBezTo>
                    <a:pt x="275" y="4"/>
                    <a:pt x="254" y="1"/>
                    <a:pt x="233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9" name="Google Shape;2209;p20"/>
            <p:cNvSpPr/>
            <p:nvPr/>
          </p:nvSpPr>
          <p:spPr>
            <a:xfrm>
              <a:off x="8444565" y="4419500"/>
              <a:ext cx="90704" cy="78956"/>
            </a:xfrm>
            <a:custGeom>
              <a:rect b="b" l="l" r="r" t="t"/>
              <a:pathLst>
                <a:path extrusionOk="0" h="988" w="1135">
                  <a:moveTo>
                    <a:pt x="334" y="1"/>
                  </a:moveTo>
                  <a:cubicBezTo>
                    <a:pt x="247" y="1"/>
                    <a:pt x="169" y="51"/>
                    <a:pt x="147" y="142"/>
                  </a:cubicBezTo>
                  <a:lnTo>
                    <a:pt x="26" y="581"/>
                  </a:lnTo>
                  <a:cubicBezTo>
                    <a:pt x="0" y="686"/>
                    <a:pt x="55" y="795"/>
                    <a:pt x="160" y="821"/>
                  </a:cubicBezTo>
                  <a:lnTo>
                    <a:pt x="734" y="981"/>
                  </a:lnTo>
                  <a:cubicBezTo>
                    <a:pt x="752" y="986"/>
                    <a:pt x="771" y="988"/>
                    <a:pt x="789" y="988"/>
                  </a:cubicBezTo>
                  <a:cubicBezTo>
                    <a:pt x="876" y="988"/>
                    <a:pt x="953" y="937"/>
                    <a:pt x="974" y="847"/>
                  </a:cubicBezTo>
                  <a:lnTo>
                    <a:pt x="1096" y="408"/>
                  </a:lnTo>
                  <a:cubicBezTo>
                    <a:pt x="1134" y="302"/>
                    <a:pt x="1067" y="193"/>
                    <a:pt x="961" y="167"/>
                  </a:cubicBezTo>
                  <a:lnTo>
                    <a:pt x="388" y="7"/>
                  </a:lnTo>
                  <a:cubicBezTo>
                    <a:pt x="370" y="3"/>
                    <a:pt x="352" y="1"/>
                    <a:pt x="334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0" name="Google Shape;2210;p20"/>
            <p:cNvSpPr/>
            <p:nvPr/>
          </p:nvSpPr>
          <p:spPr>
            <a:xfrm>
              <a:off x="8465742" y="4422057"/>
              <a:ext cx="49308" cy="73841"/>
            </a:xfrm>
            <a:custGeom>
              <a:rect b="b" l="l" r="r" t="t"/>
              <a:pathLst>
                <a:path extrusionOk="0" h="924" w="617">
                  <a:moveTo>
                    <a:pt x="228" y="1"/>
                  </a:moveTo>
                  <a:lnTo>
                    <a:pt x="1" y="815"/>
                  </a:lnTo>
                  <a:lnTo>
                    <a:pt x="389" y="924"/>
                  </a:lnTo>
                  <a:lnTo>
                    <a:pt x="616" y="110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1" name="Google Shape;2211;p20"/>
            <p:cNvSpPr/>
            <p:nvPr/>
          </p:nvSpPr>
          <p:spPr>
            <a:xfrm>
              <a:off x="8475491" y="4376267"/>
              <a:ext cx="58738" cy="56660"/>
            </a:xfrm>
            <a:custGeom>
              <a:rect b="b" l="l" r="r" t="t"/>
              <a:pathLst>
                <a:path extrusionOk="0" h="709" w="735">
                  <a:moveTo>
                    <a:pt x="148" y="0"/>
                  </a:moveTo>
                  <a:lnTo>
                    <a:pt x="1" y="548"/>
                  </a:lnTo>
                  <a:lnTo>
                    <a:pt x="574" y="708"/>
                  </a:lnTo>
                  <a:lnTo>
                    <a:pt x="734" y="16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2" name="Google Shape;2212;p20"/>
            <p:cNvSpPr/>
            <p:nvPr/>
          </p:nvSpPr>
          <p:spPr>
            <a:xfrm>
              <a:off x="8457351" y="3300947"/>
              <a:ext cx="574029" cy="740572"/>
            </a:xfrm>
            <a:custGeom>
              <a:rect b="b" l="l" r="r" t="t"/>
              <a:pathLst>
                <a:path extrusionOk="0" h="9267" w="7183">
                  <a:moveTo>
                    <a:pt x="4403" y="1171"/>
                  </a:moveTo>
                  <a:cubicBezTo>
                    <a:pt x="4422" y="1171"/>
                    <a:pt x="4441" y="1173"/>
                    <a:pt x="4460" y="1177"/>
                  </a:cubicBezTo>
                  <a:lnTo>
                    <a:pt x="5808" y="1565"/>
                  </a:lnTo>
                  <a:cubicBezTo>
                    <a:pt x="5927" y="1591"/>
                    <a:pt x="5994" y="1709"/>
                    <a:pt x="5952" y="1818"/>
                  </a:cubicBezTo>
                  <a:cubicBezTo>
                    <a:pt x="5930" y="1920"/>
                    <a:pt x="5840" y="1984"/>
                    <a:pt x="5746" y="1984"/>
                  </a:cubicBezTo>
                  <a:cubicBezTo>
                    <a:pt x="5731" y="1984"/>
                    <a:pt x="5715" y="1982"/>
                    <a:pt x="5699" y="1978"/>
                  </a:cubicBezTo>
                  <a:lnTo>
                    <a:pt x="4338" y="1591"/>
                  </a:lnTo>
                  <a:cubicBezTo>
                    <a:pt x="4232" y="1565"/>
                    <a:pt x="4165" y="1443"/>
                    <a:pt x="4190" y="1337"/>
                  </a:cubicBezTo>
                  <a:cubicBezTo>
                    <a:pt x="4215" y="1235"/>
                    <a:pt x="4303" y="1171"/>
                    <a:pt x="4403" y="1171"/>
                  </a:cubicBezTo>
                  <a:close/>
                  <a:moveTo>
                    <a:pt x="4494" y="0"/>
                  </a:moveTo>
                  <a:cubicBezTo>
                    <a:pt x="4330" y="0"/>
                    <a:pt x="4172" y="90"/>
                    <a:pt x="4085" y="216"/>
                  </a:cubicBezTo>
                  <a:lnTo>
                    <a:pt x="3351" y="1325"/>
                  </a:lnTo>
                  <a:lnTo>
                    <a:pt x="1964" y="2270"/>
                  </a:lnTo>
                  <a:cubicBezTo>
                    <a:pt x="1804" y="2366"/>
                    <a:pt x="1724" y="2552"/>
                    <a:pt x="1762" y="2737"/>
                  </a:cubicBezTo>
                  <a:cubicBezTo>
                    <a:pt x="1804" y="2978"/>
                    <a:pt x="1842" y="3378"/>
                    <a:pt x="1775" y="3888"/>
                  </a:cubicBezTo>
                  <a:cubicBezTo>
                    <a:pt x="1656" y="4781"/>
                    <a:pt x="506" y="5355"/>
                    <a:pt x="253" y="6249"/>
                  </a:cubicBezTo>
                  <a:cubicBezTo>
                    <a:pt x="0" y="7155"/>
                    <a:pt x="827" y="7943"/>
                    <a:pt x="827" y="7943"/>
                  </a:cubicBezTo>
                  <a:lnTo>
                    <a:pt x="5526" y="9266"/>
                  </a:lnTo>
                  <a:cubicBezTo>
                    <a:pt x="5526" y="9266"/>
                    <a:pt x="6715" y="4980"/>
                    <a:pt x="6955" y="4112"/>
                  </a:cubicBezTo>
                  <a:cubicBezTo>
                    <a:pt x="7183" y="3311"/>
                    <a:pt x="6955" y="2257"/>
                    <a:pt x="6689" y="950"/>
                  </a:cubicBezTo>
                  <a:cubicBezTo>
                    <a:pt x="6648" y="735"/>
                    <a:pt x="6529" y="549"/>
                    <a:pt x="6340" y="457"/>
                  </a:cubicBezTo>
                  <a:cubicBezTo>
                    <a:pt x="5767" y="123"/>
                    <a:pt x="4953" y="27"/>
                    <a:pt x="4527" y="2"/>
                  </a:cubicBezTo>
                  <a:cubicBezTo>
                    <a:pt x="4516" y="1"/>
                    <a:pt x="4505" y="0"/>
                    <a:pt x="449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3" name="Google Shape;2213;p20"/>
            <p:cNvSpPr/>
            <p:nvPr/>
          </p:nvSpPr>
          <p:spPr>
            <a:xfrm>
              <a:off x="8557723" y="3543246"/>
              <a:ext cx="359458" cy="486443"/>
            </a:xfrm>
            <a:custGeom>
              <a:rect b="b" l="l" r="r" t="t"/>
              <a:pathLst>
                <a:path extrusionOk="0" h="6087" w="4498">
                  <a:moveTo>
                    <a:pt x="1961" y="0"/>
                  </a:moveTo>
                  <a:cubicBezTo>
                    <a:pt x="1961" y="0"/>
                    <a:pt x="0" y="3537"/>
                    <a:pt x="211" y="5312"/>
                  </a:cubicBezTo>
                  <a:lnTo>
                    <a:pt x="3002" y="6087"/>
                  </a:lnTo>
                  <a:lnTo>
                    <a:pt x="4498" y="708"/>
                  </a:lnTo>
                  <a:lnTo>
                    <a:pt x="1961" y="0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4" name="Google Shape;2214;p20"/>
            <p:cNvSpPr/>
            <p:nvPr/>
          </p:nvSpPr>
          <p:spPr>
            <a:xfrm>
              <a:off x="8755030" y="4017853"/>
              <a:ext cx="144007" cy="128184"/>
            </a:xfrm>
            <a:custGeom>
              <a:rect b="b" l="l" r="r" t="t"/>
              <a:pathLst>
                <a:path extrusionOk="0" h="1604" w="1802">
                  <a:moveTo>
                    <a:pt x="773" y="1"/>
                  </a:moveTo>
                  <a:lnTo>
                    <a:pt x="1" y="1362"/>
                  </a:lnTo>
                  <a:lnTo>
                    <a:pt x="747" y="1577"/>
                  </a:lnTo>
                  <a:cubicBezTo>
                    <a:pt x="807" y="1595"/>
                    <a:pt x="868" y="1604"/>
                    <a:pt x="928" y="1604"/>
                  </a:cubicBezTo>
                  <a:cubicBezTo>
                    <a:pt x="1215" y="1604"/>
                    <a:pt x="1487" y="1406"/>
                    <a:pt x="1574" y="1109"/>
                  </a:cubicBezTo>
                  <a:lnTo>
                    <a:pt x="1801" y="295"/>
                  </a:lnTo>
                  <a:lnTo>
                    <a:pt x="7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5" name="Google Shape;2215;p20"/>
            <p:cNvSpPr/>
            <p:nvPr/>
          </p:nvSpPr>
          <p:spPr>
            <a:xfrm>
              <a:off x="8243022" y="3840285"/>
              <a:ext cx="251732" cy="155355"/>
            </a:xfrm>
            <a:custGeom>
              <a:rect b="b" l="l" r="r" t="t"/>
              <a:pathLst>
                <a:path extrusionOk="0" h="1944" w="3150">
                  <a:moveTo>
                    <a:pt x="1262" y="0"/>
                  </a:moveTo>
                  <a:cubicBezTo>
                    <a:pt x="1220" y="0"/>
                    <a:pt x="1178" y="2"/>
                    <a:pt x="1135" y="6"/>
                  </a:cubicBezTo>
                  <a:cubicBezTo>
                    <a:pt x="1" y="102"/>
                    <a:pt x="481" y="1944"/>
                    <a:pt x="481" y="1944"/>
                  </a:cubicBezTo>
                  <a:lnTo>
                    <a:pt x="3150" y="1101"/>
                  </a:lnTo>
                  <a:cubicBezTo>
                    <a:pt x="3150" y="1101"/>
                    <a:pt x="2334" y="0"/>
                    <a:pt x="1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6" name="Google Shape;2216;p20"/>
            <p:cNvSpPr/>
            <p:nvPr/>
          </p:nvSpPr>
          <p:spPr>
            <a:xfrm>
              <a:off x="8281460" y="3905575"/>
              <a:ext cx="419154" cy="171018"/>
            </a:xfrm>
            <a:custGeom>
              <a:rect b="b" l="l" r="r" t="t"/>
              <a:pathLst>
                <a:path extrusionOk="0" h="2140" w="5245">
                  <a:moveTo>
                    <a:pt x="1464" y="0"/>
                  </a:moveTo>
                  <a:cubicBezTo>
                    <a:pt x="806" y="0"/>
                    <a:pt x="202" y="445"/>
                    <a:pt x="13" y="1111"/>
                  </a:cubicBezTo>
                  <a:lnTo>
                    <a:pt x="0" y="1127"/>
                  </a:lnTo>
                  <a:lnTo>
                    <a:pt x="3656" y="2139"/>
                  </a:lnTo>
                  <a:cubicBezTo>
                    <a:pt x="3656" y="2139"/>
                    <a:pt x="4438" y="1000"/>
                    <a:pt x="5163" y="1000"/>
                  </a:cubicBezTo>
                  <a:cubicBezTo>
                    <a:pt x="5190" y="1000"/>
                    <a:pt x="5217" y="1002"/>
                    <a:pt x="5245" y="1005"/>
                  </a:cubicBezTo>
                  <a:cubicBezTo>
                    <a:pt x="3310" y="457"/>
                    <a:pt x="3028" y="377"/>
                    <a:pt x="3028" y="377"/>
                  </a:cubicBezTo>
                  <a:lnTo>
                    <a:pt x="1868" y="57"/>
                  </a:lnTo>
                  <a:cubicBezTo>
                    <a:pt x="1733" y="19"/>
                    <a:pt x="1598" y="0"/>
                    <a:pt x="1464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20"/>
            <p:cNvSpPr/>
            <p:nvPr/>
          </p:nvSpPr>
          <p:spPr>
            <a:xfrm>
              <a:off x="8457351" y="3519671"/>
              <a:ext cx="174934" cy="423550"/>
            </a:xfrm>
            <a:custGeom>
              <a:rect b="b" l="l" r="r" t="t"/>
              <a:pathLst>
                <a:path extrusionOk="0" h="5300" w="2189">
                  <a:moveTo>
                    <a:pt x="1762" y="0"/>
                  </a:moveTo>
                  <a:cubicBezTo>
                    <a:pt x="1804" y="241"/>
                    <a:pt x="1842" y="641"/>
                    <a:pt x="1775" y="1151"/>
                  </a:cubicBezTo>
                  <a:cubicBezTo>
                    <a:pt x="1656" y="2044"/>
                    <a:pt x="506" y="2618"/>
                    <a:pt x="253" y="3512"/>
                  </a:cubicBezTo>
                  <a:cubicBezTo>
                    <a:pt x="0" y="4418"/>
                    <a:pt x="827" y="5206"/>
                    <a:pt x="827" y="5206"/>
                  </a:cubicBezTo>
                  <a:lnTo>
                    <a:pt x="1163" y="5299"/>
                  </a:lnTo>
                  <a:cubicBezTo>
                    <a:pt x="881" y="4979"/>
                    <a:pt x="548" y="4405"/>
                    <a:pt x="734" y="3633"/>
                  </a:cubicBezTo>
                  <a:cubicBezTo>
                    <a:pt x="961" y="2871"/>
                    <a:pt x="1467" y="2483"/>
                    <a:pt x="1829" y="2031"/>
                  </a:cubicBezTo>
                  <a:cubicBezTo>
                    <a:pt x="2188" y="1577"/>
                    <a:pt x="2044" y="334"/>
                    <a:pt x="17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20"/>
            <p:cNvSpPr/>
            <p:nvPr/>
          </p:nvSpPr>
          <p:spPr>
            <a:xfrm>
              <a:off x="8758147" y="3599825"/>
              <a:ext cx="159031" cy="429863"/>
            </a:xfrm>
            <a:custGeom>
              <a:rect b="b" l="l" r="r" t="t"/>
              <a:pathLst>
                <a:path extrusionOk="0" h="5379" w="1990">
                  <a:moveTo>
                    <a:pt x="1990" y="0"/>
                  </a:moveTo>
                  <a:cubicBezTo>
                    <a:pt x="1990" y="1"/>
                    <a:pt x="401" y="2630"/>
                    <a:pt x="0" y="5244"/>
                  </a:cubicBezTo>
                  <a:lnTo>
                    <a:pt x="494" y="5379"/>
                  </a:lnTo>
                  <a:lnTo>
                    <a:pt x="1990" y="0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20"/>
            <p:cNvSpPr/>
            <p:nvPr/>
          </p:nvSpPr>
          <p:spPr>
            <a:xfrm>
              <a:off x="8644989" y="3432405"/>
              <a:ext cx="374642" cy="205861"/>
            </a:xfrm>
            <a:custGeom>
              <a:rect b="b" l="l" r="r" t="t"/>
              <a:pathLst>
                <a:path extrusionOk="0" h="2576" w="4688">
                  <a:moveTo>
                    <a:pt x="523" y="0"/>
                  </a:moveTo>
                  <a:lnTo>
                    <a:pt x="0" y="359"/>
                  </a:lnTo>
                  <a:cubicBezTo>
                    <a:pt x="189" y="827"/>
                    <a:pt x="548" y="1695"/>
                    <a:pt x="628" y="1826"/>
                  </a:cubicBezTo>
                  <a:cubicBezTo>
                    <a:pt x="737" y="2015"/>
                    <a:pt x="3271" y="2576"/>
                    <a:pt x="3271" y="2576"/>
                  </a:cubicBezTo>
                  <a:cubicBezTo>
                    <a:pt x="3271" y="2576"/>
                    <a:pt x="3866" y="1401"/>
                    <a:pt x="4525" y="1401"/>
                  </a:cubicBezTo>
                  <a:cubicBezTo>
                    <a:pt x="4579" y="1401"/>
                    <a:pt x="4633" y="1409"/>
                    <a:pt x="4687" y="1426"/>
                  </a:cubicBezTo>
                  <a:cubicBezTo>
                    <a:pt x="4674" y="1227"/>
                    <a:pt x="4662" y="1025"/>
                    <a:pt x="4620" y="801"/>
                  </a:cubicBezTo>
                  <a:cubicBezTo>
                    <a:pt x="4620" y="814"/>
                    <a:pt x="3672" y="1105"/>
                    <a:pt x="3431" y="1788"/>
                  </a:cubicBezTo>
                  <a:lnTo>
                    <a:pt x="990" y="1105"/>
                  </a:lnTo>
                  <a:cubicBezTo>
                    <a:pt x="990" y="1105"/>
                    <a:pt x="603" y="772"/>
                    <a:pt x="5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20"/>
            <p:cNvSpPr/>
            <p:nvPr/>
          </p:nvSpPr>
          <p:spPr>
            <a:xfrm>
              <a:off x="8816804" y="3321245"/>
              <a:ext cx="214572" cy="720274"/>
            </a:xfrm>
            <a:custGeom>
              <a:rect b="b" l="l" r="r" t="t"/>
              <a:pathLst>
                <a:path extrusionOk="0" h="9013" w="2685">
                  <a:moveTo>
                    <a:pt x="1390" y="1"/>
                  </a:moveTo>
                  <a:lnTo>
                    <a:pt x="1390" y="1"/>
                  </a:lnTo>
                  <a:cubicBezTo>
                    <a:pt x="1602" y="122"/>
                    <a:pt x="1855" y="414"/>
                    <a:pt x="1871" y="1071"/>
                  </a:cubicBezTo>
                  <a:cubicBezTo>
                    <a:pt x="1897" y="2243"/>
                    <a:pt x="2255" y="3714"/>
                    <a:pt x="1695" y="4380"/>
                  </a:cubicBezTo>
                  <a:cubicBezTo>
                    <a:pt x="1134" y="5046"/>
                    <a:pt x="215" y="7971"/>
                    <a:pt x="0" y="8718"/>
                  </a:cubicBezTo>
                  <a:lnTo>
                    <a:pt x="1028" y="9012"/>
                  </a:lnTo>
                  <a:cubicBezTo>
                    <a:pt x="1028" y="9012"/>
                    <a:pt x="2217" y="4726"/>
                    <a:pt x="2457" y="3858"/>
                  </a:cubicBezTo>
                  <a:cubicBezTo>
                    <a:pt x="2685" y="3057"/>
                    <a:pt x="2457" y="2003"/>
                    <a:pt x="2191" y="696"/>
                  </a:cubicBezTo>
                  <a:cubicBezTo>
                    <a:pt x="2150" y="481"/>
                    <a:pt x="2031" y="295"/>
                    <a:pt x="1842" y="203"/>
                  </a:cubicBezTo>
                  <a:cubicBezTo>
                    <a:pt x="1695" y="122"/>
                    <a:pt x="1551" y="55"/>
                    <a:pt x="1390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20"/>
            <p:cNvSpPr/>
            <p:nvPr/>
          </p:nvSpPr>
          <p:spPr>
            <a:xfrm>
              <a:off x="8573546" y="3970704"/>
              <a:ext cx="275627" cy="166783"/>
            </a:xfrm>
            <a:custGeom>
              <a:rect b="b" l="l" r="r" t="t"/>
              <a:pathLst>
                <a:path extrusionOk="0" h="2087" w="3449">
                  <a:moveTo>
                    <a:pt x="1900" y="1"/>
                  </a:moveTo>
                  <a:cubicBezTo>
                    <a:pt x="659" y="1"/>
                    <a:pt x="1" y="1324"/>
                    <a:pt x="1" y="1324"/>
                  </a:cubicBezTo>
                  <a:lnTo>
                    <a:pt x="2736" y="2087"/>
                  </a:lnTo>
                  <a:lnTo>
                    <a:pt x="3393" y="616"/>
                  </a:lnTo>
                  <a:cubicBezTo>
                    <a:pt x="3393" y="616"/>
                    <a:pt x="3432" y="640"/>
                    <a:pt x="3439" y="640"/>
                  </a:cubicBezTo>
                  <a:cubicBezTo>
                    <a:pt x="3449" y="640"/>
                    <a:pt x="3395" y="594"/>
                    <a:pt x="3086" y="376"/>
                  </a:cubicBezTo>
                  <a:cubicBezTo>
                    <a:pt x="2645" y="106"/>
                    <a:pt x="2249" y="1"/>
                    <a:pt x="19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20"/>
            <p:cNvSpPr/>
            <p:nvPr/>
          </p:nvSpPr>
          <p:spPr>
            <a:xfrm>
              <a:off x="8755030" y="3850434"/>
              <a:ext cx="135536" cy="293448"/>
            </a:xfrm>
            <a:custGeom>
              <a:rect b="b" l="l" r="r" t="t"/>
              <a:pathLst>
                <a:path extrusionOk="0" h="3672" w="1696">
                  <a:moveTo>
                    <a:pt x="962" y="0"/>
                  </a:moveTo>
                  <a:lnTo>
                    <a:pt x="1" y="3457"/>
                  </a:lnTo>
                  <a:lnTo>
                    <a:pt x="735" y="3672"/>
                  </a:lnTo>
                  <a:lnTo>
                    <a:pt x="1696" y="215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20"/>
            <p:cNvSpPr/>
            <p:nvPr/>
          </p:nvSpPr>
          <p:spPr>
            <a:xfrm>
              <a:off x="8657775" y="4127655"/>
              <a:ext cx="174215" cy="58738"/>
            </a:xfrm>
            <a:custGeom>
              <a:rect b="b" l="l" r="r" t="t"/>
              <a:pathLst>
                <a:path extrusionOk="0" h="735" w="2180">
                  <a:moveTo>
                    <a:pt x="42" y="1"/>
                  </a:moveTo>
                  <a:lnTo>
                    <a:pt x="1" y="135"/>
                  </a:lnTo>
                  <a:lnTo>
                    <a:pt x="2137" y="734"/>
                  </a:lnTo>
                  <a:lnTo>
                    <a:pt x="2179" y="590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20"/>
            <p:cNvSpPr/>
            <p:nvPr/>
          </p:nvSpPr>
          <p:spPr>
            <a:xfrm>
              <a:off x="8776287" y="4156024"/>
              <a:ext cx="73602" cy="38519"/>
            </a:xfrm>
            <a:custGeom>
              <a:rect b="b" l="l" r="r" t="t"/>
              <a:pathLst>
                <a:path extrusionOk="0" h="482" w="921">
                  <a:moveTo>
                    <a:pt x="183" y="0"/>
                  </a:moveTo>
                  <a:cubicBezTo>
                    <a:pt x="116" y="0"/>
                    <a:pt x="50" y="48"/>
                    <a:pt x="27" y="114"/>
                  </a:cubicBezTo>
                  <a:cubicBezTo>
                    <a:pt x="1" y="206"/>
                    <a:pt x="55" y="299"/>
                    <a:pt x="148" y="328"/>
                  </a:cubicBezTo>
                  <a:lnTo>
                    <a:pt x="680" y="476"/>
                  </a:lnTo>
                  <a:cubicBezTo>
                    <a:pt x="696" y="480"/>
                    <a:pt x="713" y="482"/>
                    <a:pt x="728" y="482"/>
                  </a:cubicBezTo>
                  <a:cubicBezTo>
                    <a:pt x="806" y="482"/>
                    <a:pt x="873" y="433"/>
                    <a:pt x="895" y="367"/>
                  </a:cubicBezTo>
                  <a:cubicBezTo>
                    <a:pt x="920" y="274"/>
                    <a:pt x="869" y="181"/>
                    <a:pt x="776" y="155"/>
                  </a:cubicBezTo>
                  <a:lnTo>
                    <a:pt x="228" y="8"/>
                  </a:lnTo>
                  <a:cubicBezTo>
                    <a:pt x="214" y="3"/>
                    <a:pt x="198" y="0"/>
                    <a:pt x="183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20"/>
            <p:cNvSpPr/>
            <p:nvPr/>
          </p:nvSpPr>
          <p:spPr>
            <a:xfrm>
              <a:off x="8694136" y="3622920"/>
              <a:ext cx="151679" cy="56020"/>
            </a:xfrm>
            <a:custGeom>
              <a:rect b="b" l="l" r="r" t="t"/>
              <a:pathLst>
                <a:path extrusionOk="0" h="701" w="1898">
                  <a:moveTo>
                    <a:pt x="141" y="0"/>
                  </a:moveTo>
                  <a:cubicBezTo>
                    <a:pt x="91" y="0"/>
                    <a:pt x="39" y="40"/>
                    <a:pt x="13" y="99"/>
                  </a:cubicBezTo>
                  <a:cubicBezTo>
                    <a:pt x="1" y="150"/>
                    <a:pt x="42" y="230"/>
                    <a:pt x="106" y="243"/>
                  </a:cubicBezTo>
                  <a:lnTo>
                    <a:pt x="1724" y="698"/>
                  </a:lnTo>
                  <a:cubicBezTo>
                    <a:pt x="1732" y="699"/>
                    <a:pt x="1741" y="700"/>
                    <a:pt x="1749" y="700"/>
                  </a:cubicBezTo>
                  <a:cubicBezTo>
                    <a:pt x="1805" y="700"/>
                    <a:pt x="1857" y="664"/>
                    <a:pt x="1868" y="605"/>
                  </a:cubicBezTo>
                  <a:cubicBezTo>
                    <a:pt x="1897" y="550"/>
                    <a:pt x="1855" y="483"/>
                    <a:pt x="1788" y="458"/>
                  </a:cubicBezTo>
                  <a:lnTo>
                    <a:pt x="161" y="3"/>
                  </a:lnTo>
                  <a:cubicBezTo>
                    <a:pt x="154" y="1"/>
                    <a:pt x="147" y="0"/>
                    <a:pt x="141" y="0"/>
                  </a:cubicBezTo>
                  <a:close/>
                </a:path>
              </a:pathLst>
            </a:custGeom>
            <a:solidFill>
              <a:srgbClr val="4B03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20"/>
            <p:cNvSpPr/>
            <p:nvPr/>
          </p:nvSpPr>
          <p:spPr>
            <a:xfrm>
              <a:off x="8664168" y="3678460"/>
              <a:ext cx="151679" cy="56020"/>
            </a:xfrm>
            <a:custGeom>
              <a:rect b="b" l="l" r="r" t="t"/>
              <a:pathLst>
                <a:path extrusionOk="0" h="701" w="1898">
                  <a:moveTo>
                    <a:pt x="151" y="0"/>
                  </a:moveTo>
                  <a:cubicBezTo>
                    <a:pt x="93" y="0"/>
                    <a:pt x="41" y="36"/>
                    <a:pt x="30" y="83"/>
                  </a:cubicBezTo>
                  <a:cubicBezTo>
                    <a:pt x="1" y="150"/>
                    <a:pt x="42" y="217"/>
                    <a:pt x="110" y="243"/>
                  </a:cubicBezTo>
                  <a:lnTo>
                    <a:pt x="1737" y="698"/>
                  </a:lnTo>
                  <a:cubicBezTo>
                    <a:pt x="1744" y="700"/>
                    <a:pt x="1751" y="700"/>
                    <a:pt x="1757" y="700"/>
                  </a:cubicBezTo>
                  <a:cubicBezTo>
                    <a:pt x="1807" y="700"/>
                    <a:pt x="1862" y="661"/>
                    <a:pt x="1884" y="605"/>
                  </a:cubicBezTo>
                  <a:cubicBezTo>
                    <a:pt x="1897" y="538"/>
                    <a:pt x="1859" y="471"/>
                    <a:pt x="1792" y="458"/>
                  </a:cubicBezTo>
                  <a:lnTo>
                    <a:pt x="177" y="3"/>
                  </a:lnTo>
                  <a:cubicBezTo>
                    <a:pt x="168" y="1"/>
                    <a:pt x="159" y="0"/>
                    <a:pt x="151" y="0"/>
                  </a:cubicBezTo>
                  <a:close/>
                </a:path>
              </a:pathLst>
            </a:custGeom>
            <a:solidFill>
              <a:srgbClr val="4B03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20"/>
            <p:cNvSpPr/>
            <p:nvPr/>
          </p:nvSpPr>
          <p:spPr>
            <a:xfrm>
              <a:off x="8639874" y="3735039"/>
              <a:ext cx="151359" cy="56020"/>
            </a:xfrm>
            <a:custGeom>
              <a:rect b="b" l="l" r="r" t="t"/>
              <a:pathLst>
                <a:path extrusionOk="0" h="701" w="1894">
                  <a:moveTo>
                    <a:pt x="148" y="0"/>
                  </a:moveTo>
                  <a:cubicBezTo>
                    <a:pt x="90" y="0"/>
                    <a:pt x="37" y="37"/>
                    <a:pt x="26" y="96"/>
                  </a:cubicBezTo>
                  <a:cubicBezTo>
                    <a:pt x="0" y="150"/>
                    <a:pt x="39" y="217"/>
                    <a:pt x="106" y="243"/>
                  </a:cubicBezTo>
                  <a:lnTo>
                    <a:pt x="1734" y="698"/>
                  </a:lnTo>
                  <a:cubicBezTo>
                    <a:pt x="1740" y="700"/>
                    <a:pt x="1747" y="700"/>
                    <a:pt x="1754" y="700"/>
                  </a:cubicBezTo>
                  <a:cubicBezTo>
                    <a:pt x="1804" y="700"/>
                    <a:pt x="1858" y="661"/>
                    <a:pt x="1881" y="602"/>
                  </a:cubicBezTo>
                  <a:cubicBezTo>
                    <a:pt x="1894" y="538"/>
                    <a:pt x="1855" y="471"/>
                    <a:pt x="1788" y="458"/>
                  </a:cubicBezTo>
                  <a:lnTo>
                    <a:pt x="173" y="3"/>
                  </a:lnTo>
                  <a:cubicBezTo>
                    <a:pt x="165" y="1"/>
                    <a:pt x="156" y="0"/>
                    <a:pt x="148" y="0"/>
                  </a:cubicBezTo>
                  <a:close/>
                </a:path>
              </a:pathLst>
            </a:custGeom>
            <a:solidFill>
              <a:srgbClr val="4B03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20"/>
            <p:cNvSpPr/>
            <p:nvPr/>
          </p:nvSpPr>
          <p:spPr>
            <a:xfrm>
              <a:off x="8620695" y="3793216"/>
              <a:ext cx="151359" cy="55461"/>
            </a:xfrm>
            <a:custGeom>
              <a:rect b="b" l="l" r="r" t="t"/>
              <a:pathLst>
                <a:path extrusionOk="0" h="694" w="1894">
                  <a:moveTo>
                    <a:pt x="131" y="0"/>
                  </a:moveTo>
                  <a:cubicBezTo>
                    <a:pt x="79" y="0"/>
                    <a:pt x="33" y="36"/>
                    <a:pt x="13" y="89"/>
                  </a:cubicBezTo>
                  <a:cubicBezTo>
                    <a:pt x="0" y="156"/>
                    <a:pt x="39" y="223"/>
                    <a:pt x="106" y="236"/>
                  </a:cubicBezTo>
                  <a:lnTo>
                    <a:pt x="1720" y="691"/>
                  </a:lnTo>
                  <a:cubicBezTo>
                    <a:pt x="1729" y="692"/>
                    <a:pt x="1737" y="693"/>
                    <a:pt x="1745" y="693"/>
                  </a:cubicBezTo>
                  <a:cubicBezTo>
                    <a:pt x="1804" y="693"/>
                    <a:pt x="1857" y="656"/>
                    <a:pt x="1868" y="611"/>
                  </a:cubicBezTo>
                  <a:cubicBezTo>
                    <a:pt x="1893" y="543"/>
                    <a:pt x="1855" y="476"/>
                    <a:pt x="1788" y="451"/>
                  </a:cubicBezTo>
                  <a:lnTo>
                    <a:pt x="173" y="8"/>
                  </a:lnTo>
                  <a:cubicBezTo>
                    <a:pt x="159" y="3"/>
                    <a:pt x="145" y="0"/>
                    <a:pt x="131" y="0"/>
                  </a:cubicBezTo>
                  <a:close/>
                </a:path>
              </a:pathLst>
            </a:custGeom>
            <a:solidFill>
              <a:srgbClr val="4B03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20"/>
            <p:cNvSpPr/>
            <p:nvPr/>
          </p:nvSpPr>
          <p:spPr>
            <a:xfrm>
              <a:off x="8603513" y="3852911"/>
              <a:ext cx="151599" cy="55381"/>
            </a:xfrm>
            <a:custGeom>
              <a:rect b="b" l="l" r="r" t="t"/>
              <a:pathLst>
                <a:path extrusionOk="0" h="693" w="1897">
                  <a:moveTo>
                    <a:pt x="133" y="0"/>
                  </a:moveTo>
                  <a:cubicBezTo>
                    <a:pt x="81" y="0"/>
                    <a:pt x="36" y="37"/>
                    <a:pt x="26" y="88"/>
                  </a:cubicBezTo>
                  <a:cubicBezTo>
                    <a:pt x="0" y="155"/>
                    <a:pt x="39" y="222"/>
                    <a:pt x="106" y="235"/>
                  </a:cubicBezTo>
                  <a:lnTo>
                    <a:pt x="1737" y="690"/>
                  </a:lnTo>
                  <a:cubicBezTo>
                    <a:pt x="1744" y="692"/>
                    <a:pt x="1751" y="693"/>
                    <a:pt x="1758" y="693"/>
                  </a:cubicBezTo>
                  <a:cubicBezTo>
                    <a:pt x="1808" y="693"/>
                    <a:pt x="1870" y="657"/>
                    <a:pt x="1881" y="610"/>
                  </a:cubicBezTo>
                  <a:cubicBezTo>
                    <a:pt x="1897" y="543"/>
                    <a:pt x="1855" y="476"/>
                    <a:pt x="1801" y="450"/>
                  </a:cubicBezTo>
                  <a:lnTo>
                    <a:pt x="173" y="8"/>
                  </a:lnTo>
                  <a:cubicBezTo>
                    <a:pt x="160" y="3"/>
                    <a:pt x="146" y="0"/>
                    <a:pt x="133" y="0"/>
                  </a:cubicBezTo>
                  <a:close/>
                </a:path>
              </a:pathLst>
            </a:custGeom>
            <a:solidFill>
              <a:srgbClr val="4B03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0" name="Google Shape;2230;p20"/>
            <p:cNvSpPr/>
            <p:nvPr/>
          </p:nvSpPr>
          <p:spPr>
            <a:xfrm>
              <a:off x="8752793" y="3813354"/>
              <a:ext cx="178210" cy="80315"/>
            </a:xfrm>
            <a:custGeom>
              <a:rect b="b" l="l" r="r" t="t"/>
              <a:pathLst>
                <a:path extrusionOk="0" h="1005" w="2230">
                  <a:moveTo>
                    <a:pt x="288" y="1"/>
                  </a:moveTo>
                  <a:cubicBezTo>
                    <a:pt x="176" y="1"/>
                    <a:pt x="74" y="87"/>
                    <a:pt x="42" y="211"/>
                  </a:cubicBezTo>
                  <a:cubicBezTo>
                    <a:pt x="0" y="343"/>
                    <a:pt x="67" y="490"/>
                    <a:pt x="202" y="532"/>
                  </a:cubicBezTo>
                  <a:lnTo>
                    <a:pt x="1884" y="999"/>
                  </a:lnTo>
                  <a:cubicBezTo>
                    <a:pt x="1900" y="1003"/>
                    <a:pt x="1916" y="1004"/>
                    <a:pt x="1933" y="1004"/>
                  </a:cubicBezTo>
                  <a:cubicBezTo>
                    <a:pt x="2047" y="1004"/>
                    <a:pt x="2155" y="927"/>
                    <a:pt x="2191" y="798"/>
                  </a:cubicBezTo>
                  <a:cubicBezTo>
                    <a:pt x="2230" y="663"/>
                    <a:pt x="2150" y="519"/>
                    <a:pt x="2031" y="477"/>
                  </a:cubicBezTo>
                  <a:lnTo>
                    <a:pt x="349" y="10"/>
                  </a:lnTo>
                  <a:cubicBezTo>
                    <a:pt x="329" y="4"/>
                    <a:pt x="308" y="1"/>
                    <a:pt x="28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5" name="Google Shape;2235;p21"/>
          <p:cNvGrpSpPr/>
          <p:nvPr/>
        </p:nvGrpSpPr>
        <p:grpSpPr>
          <a:xfrm>
            <a:off x="7143275" y="539502"/>
            <a:ext cx="1129919" cy="278457"/>
            <a:chOff x="713231" y="815211"/>
            <a:chExt cx="894914" cy="220542"/>
          </a:xfrm>
        </p:grpSpPr>
        <p:sp>
          <p:nvSpPr>
            <p:cNvPr id="2236" name="Google Shape;2236;p21"/>
            <p:cNvSpPr/>
            <p:nvPr/>
          </p:nvSpPr>
          <p:spPr>
            <a:xfrm>
              <a:off x="1387603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21"/>
            <p:cNvSpPr/>
            <p:nvPr/>
          </p:nvSpPr>
          <p:spPr>
            <a:xfrm>
              <a:off x="713231" y="815211"/>
              <a:ext cx="222044" cy="220542"/>
            </a:xfrm>
            <a:custGeom>
              <a:rect b="b" l="l" r="r" t="t"/>
              <a:pathLst>
                <a:path extrusionOk="0" h="1763" w="1775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8" name="Google Shape;2238;p21"/>
            <p:cNvSpPr/>
            <p:nvPr/>
          </p:nvSpPr>
          <p:spPr>
            <a:xfrm>
              <a:off x="1050229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9" name="Google Shape;2239;p21"/>
          <p:cNvSpPr txBox="1"/>
          <p:nvPr>
            <p:ph type="title"/>
          </p:nvPr>
        </p:nvSpPr>
        <p:spPr>
          <a:xfrm>
            <a:off x="713225" y="474975"/>
            <a:ext cx="37938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Impact on </a:t>
            </a:r>
            <a:r>
              <a:rPr lang="en-US">
                <a:solidFill>
                  <a:srgbClr val="FF247F"/>
                </a:solidFill>
              </a:rPr>
              <a:t>YOU</a:t>
            </a:r>
            <a:endParaRPr sz="4400">
              <a:solidFill>
                <a:srgbClr val="FF247F"/>
              </a:solidFill>
            </a:endParaRPr>
          </a:p>
        </p:txBody>
      </p:sp>
      <p:sp>
        <p:nvSpPr>
          <p:cNvPr id="2240" name="Google Shape;2240;p21"/>
          <p:cNvSpPr txBox="1"/>
          <p:nvPr/>
        </p:nvSpPr>
        <p:spPr>
          <a:xfrm>
            <a:off x="2221599" y="1182300"/>
            <a:ext cx="4921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What does </a:t>
            </a:r>
            <a:r>
              <a:rPr b="1" lang="en-US" sz="240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making games </a:t>
            </a:r>
            <a:r>
              <a:rPr b="1" lang="en-US" sz="24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mean for you</a:t>
            </a:r>
            <a:endParaRPr b="1" i="0" sz="2400" u="none" cap="none" strike="noStrike">
              <a:solidFill>
                <a:schemeClr val="accent4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241" name="Google Shape;2241;p21"/>
          <p:cNvSpPr txBox="1"/>
          <p:nvPr/>
        </p:nvSpPr>
        <p:spPr>
          <a:xfrm>
            <a:off x="597675" y="2068725"/>
            <a:ext cx="4633200" cy="22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Making games is creative process that involves coding, design and more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A1054E"/>
              </a:buClr>
              <a:buSzPts val="1400"/>
              <a:buFont typeface="Open Sans"/>
              <a:buChar char="●"/>
            </a:pPr>
            <a:r>
              <a:rPr b="1" lang="en-US" sz="180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Creative</a:t>
            </a:r>
            <a:r>
              <a:rPr b="1" lang="en-US" sz="1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outlet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54E"/>
              </a:buClr>
              <a:buSzPts val="1400"/>
              <a:buFont typeface="Open Sans"/>
              <a:buChar char="●"/>
            </a:pPr>
            <a:r>
              <a:rPr b="1" lang="en-US" sz="180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Complex Systems</a:t>
            </a:r>
            <a:r>
              <a:rPr b="1" lang="en-US" sz="1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that will sharpen your brain 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54E"/>
              </a:buClr>
              <a:buSzPts val="1400"/>
              <a:buFont typeface="Orbitron"/>
              <a:buChar char="●"/>
            </a:pPr>
            <a:r>
              <a:rPr b="1" lang="en-US" sz="1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Game design is the </a:t>
            </a:r>
            <a:r>
              <a:rPr b="1" lang="en-US" sz="180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UX peak</a:t>
            </a:r>
            <a:r>
              <a:rPr b="1" lang="en-US" sz="18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endParaRPr/>
          </a:p>
        </p:txBody>
      </p:sp>
      <p:grpSp>
        <p:nvGrpSpPr>
          <p:cNvPr id="2242" name="Google Shape;2242;p21"/>
          <p:cNvGrpSpPr/>
          <p:nvPr/>
        </p:nvGrpSpPr>
        <p:grpSpPr>
          <a:xfrm>
            <a:off x="6297723" y="1870792"/>
            <a:ext cx="1941281" cy="2078013"/>
            <a:chOff x="5415187" y="3687810"/>
            <a:chExt cx="909904" cy="973993"/>
          </a:xfrm>
        </p:grpSpPr>
        <p:sp>
          <p:nvSpPr>
            <p:cNvPr id="2243" name="Google Shape;2243;p21"/>
            <p:cNvSpPr/>
            <p:nvPr/>
          </p:nvSpPr>
          <p:spPr>
            <a:xfrm>
              <a:off x="6065686" y="3969905"/>
              <a:ext cx="102531" cy="124827"/>
            </a:xfrm>
            <a:custGeom>
              <a:rect b="b" l="l" r="r" t="t"/>
              <a:pathLst>
                <a:path extrusionOk="0" h="1562" w="1283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308" y="786"/>
                    <a:pt x="401" y="1376"/>
                  </a:cubicBezTo>
                  <a:lnTo>
                    <a:pt x="1282" y="1562"/>
                  </a:lnTo>
                  <a:cubicBezTo>
                    <a:pt x="1282" y="1562"/>
                    <a:pt x="1164" y="706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4" name="Google Shape;2244;p21"/>
            <p:cNvSpPr/>
            <p:nvPr/>
          </p:nvSpPr>
          <p:spPr>
            <a:xfrm>
              <a:off x="6065686" y="3971024"/>
              <a:ext cx="81274" cy="119393"/>
            </a:xfrm>
            <a:custGeom>
              <a:rect b="b" l="l" r="r" t="t"/>
              <a:pathLst>
                <a:path extrusionOk="0" h="1494" w="1017">
                  <a:moveTo>
                    <a:pt x="577" y="0"/>
                  </a:moveTo>
                  <a:cubicBezTo>
                    <a:pt x="257" y="68"/>
                    <a:pt x="1" y="292"/>
                    <a:pt x="1" y="292"/>
                  </a:cubicBezTo>
                  <a:cubicBezTo>
                    <a:pt x="1" y="292"/>
                    <a:pt x="308" y="772"/>
                    <a:pt x="401" y="1362"/>
                  </a:cubicBezTo>
                  <a:cubicBezTo>
                    <a:pt x="683" y="1413"/>
                    <a:pt x="882" y="1467"/>
                    <a:pt x="1016" y="1493"/>
                  </a:cubicBezTo>
                  <a:cubicBezTo>
                    <a:pt x="962" y="1000"/>
                    <a:pt x="738" y="372"/>
                    <a:pt x="577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5" name="Google Shape;2245;p21"/>
            <p:cNvSpPr/>
            <p:nvPr/>
          </p:nvSpPr>
          <p:spPr>
            <a:xfrm>
              <a:off x="6041393" y="4106398"/>
              <a:ext cx="283698" cy="346831"/>
            </a:xfrm>
            <a:custGeom>
              <a:rect b="b" l="l" r="r" t="t"/>
              <a:pathLst>
                <a:path extrusionOk="0" h="4340" w="3550">
                  <a:moveTo>
                    <a:pt x="1817" y="0"/>
                  </a:moveTo>
                  <a:cubicBezTo>
                    <a:pt x="885" y="0"/>
                    <a:pt x="93" y="924"/>
                    <a:pt x="52" y="2109"/>
                  </a:cubicBezTo>
                  <a:cubicBezTo>
                    <a:pt x="0" y="3310"/>
                    <a:pt x="747" y="4313"/>
                    <a:pt x="1695" y="4339"/>
                  </a:cubicBezTo>
                  <a:cubicBezTo>
                    <a:pt x="1715" y="4339"/>
                    <a:pt x="1736" y="4340"/>
                    <a:pt x="1756" y="4340"/>
                  </a:cubicBezTo>
                  <a:cubicBezTo>
                    <a:pt x="2690" y="4340"/>
                    <a:pt x="3471" y="3407"/>
                    <a:pt x="3508" y="2243"/>
                  </a:cubicBezTo>
                  <a:cubicBezTo>
                    <a:pt x="3550" y="1042"/>
                    <a:pt x="2816" y="39"/>
                    <a:pt x="1855" y="1"/>
                  </a:cubicBezTo>
                  <a:cubicBezTo>
                    <a:pt x="1842" y="1"/>
                    <a:pt x="1830" y="0"/>
                    <a:pt x="1817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6" name="Google Shape;2246;p21"/>
            <p:cNvSpPr/>
            <p:nvPr/>
          </p:nvSpPr>
          <p:spPr>
            <a:xfrm>
              <a:off x="6160704" y="4106398"/>
              <a:ext cx="164385" cy="346831"/>
            </a:xfrm>
            <a:custGeom>
              <a:rect b="b" l="l" r="r" t="t"/>
              <a:pathLst>
                <a:path extrusionOk="0" h="4340" w="2057">
                  <a:moveTo>
                    <a:pt x="362" y="1"/>
                  </a:moveTo>
                  <a:cubicBezTo>
                    <a:pt x="295" y="1"/>
                    <a:pt x="228" y="14"/>
                    <a:pt x="160" y="14"/>
                  </a:cubicBezTo>
                  <a:cubicBezTo>
                    <a:pt x="1003" y="174"/>
                    <a:pt x="1644" y="1122"/>
                    <a:pt x="1602" y="2231"/>
                  </a:cubicBezTo>
                  <a:cubicBezTo>
                    <a:pt x="1551" y="3339"/>
                    <a:pt x="856" y="4220"/>
                    <a:pt x="0" y="4326"/>
                  </a:cubicBezTo>
                  <a:cubicBezTo>
                    <a:pt x="68" y="4339"/>
                    <a:pt x="135" y="4339"/>
                    <a:pt x="202" y="4339"/>
                  </a:cubicBezTo>
                  <a:cubicBezTo>
                    <a:pt x="222" y="4339"/>
                    <a:pt x="243" y="4340"/>
                    <a:pt x="263" y="4340"/>
                  </a:cubicBezTo>
                  <a:cubicBezTo>
                    <a:pt x="1197" y="4340"/>
                    <a:pt x="1978" y="3407"/>
                    <a:pt x="2015" y="2243"/>
                  </a:cubicBezTo>
                  <a:cubicBezTo>
                    <a:pt x="2057" y="1042"/>
                    <a:pt x="1323" y="39"/>
                    <a:pt x="362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7" name="Google Shape;2247;p21"/>
            <p:cNvSpPr/>
            <p:nvPr/>
          </p:nvSpPr>
          <p:spPr>
            <a:xfrm>
              <a:off x="5890835" y="4042307"/>
              <a:ext cx="373363" cy="455755"/>
            </a:xfrm>
            <a:custGeom>
              <a:rect b="b" l="l" r="r" t="t"/>
              <a:pathLst>
                <a:path extrusionOk="0" h="5703" w="4672">
                  <a:moveTo>
                    <a:pt x="2365" y="0"/>
                  </a:moveTo>
                  <a:cubicBezTo>
                    <a:pt x="1132" y="0"/>
                    <a:pt x="105" y="1224"/>
                    <a:pt x="55" y="2764"/>
                  </a:cubicBezTo>
                  <a:cubicBezTo>
                    <a:pt x="1" y="4340"/>
                    <a:pt x="975" y="5663"/>
                    <a:pt x="2230" y="5701"/>
                  </a:cubicBezTo>
                  <a:cubicBezTo>
                    <a:pt x="2257" y="5702"/>
                    <a:pt x="2283" y="5703"/>
                    <a:pt x="2310" y="5703"/>
                  </a:cubicBezTo>
                  <a:cubicBezTo>
                    <a:pt x="3531" y="5703"/>
                    <a:pt x="4554" y="4479"/>
                    <a:pt x="4607" y="2940"/>
                  </a:cubicBezTo>
                  <a:cubicBezTo>
                    <a:pt x="4671" y="1364"/>
                    <a:pt x="3698" y="41"/>
                    <a:pt x="2445" y="2"/>
                  </a:cubicBezTo>
                  <a:cubicBezTo>
                    <a:pt x="2418" y="1"/>
                    <a:pt x="2391" y="0"/>
                    <a:pt x="2365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8" name="Google Shape;2248;p21"/>
            <p:cNvSpPr/>
            <p:nvPr/>
          </p:nvSpPr>
          <p:spPr>
            <a:xfrm>
              <a:off x="5931271" y="4111752"/>
              <a:ext cx="228477" cy="326613"/>
            </a:xfrm>
            <a:custGeom>
              <a:rect b="b" l="l" r="r" t="t"/>
              <a:pathLst>
                <a:path extrusionOk="0" h="4087" w="2859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cubicBezTo>
                    <a:pt x="1373" y="4086"/>
                    <a:pt x="1384" y="4086"/>
                    <a:pt x="1394" y="4086"/>
                  </a:cubicBezTo>
                  <a:cubicBezTo>
                    <a:pt x="2143" y="4086"/>
                    <a:pt x="2779" y="3202"/>
                    <a:pt x="2820" y="2096"/>
                  </a:cubicBezTo>
                  <a:cubicBezTo>
                    <a:pt x="2858" y="975"/>
                    <a:pt x="2272" y="40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21"/>
            <p:cNvSpPr/>
            <p:nvPr/>
          </p:nvSpPr>
          <p:spPr>
            <a:xfrm>
              <a:off x="5931271" y="4111752"/>
              <a:ext cx="171897" cy="326533"/>
            </a:xfrm>
            <a:custGeom>
              <a:rect b="b" l="l" r="r" t="t"/>
              <a:pathLst>
                <a:path extrusionOk="0" h="4086" w="2151">
                  <a:moveTo>
                    <a:pt x="1474" y="1"/>
                  </a:moveTo>
                  <a:cubicBezTo>
                    <a:pt x="730" y="1"/>
                    <a:pt x="96" y="887"/>
                    <a:pt x="55" y="1991"/>
                  </a:cubicBezTo>
                  <a:cubicBezTo>
                    <a:pt x="1" y="3125"/>
                    <a:pt x="590" y="4057"/>
                    <a:pt x="1362" y="4086"/>
                  </a:cubicBezTo>
                  <a:lnTo>
                    <a:pt x="1497" y="4086"/>
                  </a:lnTo>
                  <a:cubicBezTo>
                    <a:pt x="1071" y="3724"/>
                    <a:pt x="789" y="3032"/>
                    <a:pt x="818" y="2257"/>
                  </a:cubicBezTo>
                  <a:cubicBezTo>
                    <a:pt x="856" y="1190"/>
                    <a:pt x="1442" y="334"/>
                    <a:pt x="2150" y="267"/>
                  </a:cubicBezTo>
                  <a:cubicBezTo>
                    <a:pt x="1965" y="107"/>
                    <a:pt x="1750" y="14"/>
                    <a:pt x="1510" y="1"/>
                  </a:cubicBezTo>
                  <a:cubicBezTo>
                    <a:pt x="1498" y="1"/>
                    <a:pt x="1486" y="1"/>
                    <a:pt x="1474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21"/>
            <p:cNvSpPr/>
            <p:nvPr/>
          </p:nvSpPr>
          <p:spPr>
            <a:xfrm>
              <a:off x="5890835" y="4220595"/>
              <a:ext cx="159111" cy="275307"/>
            </a:xfrm>
            <a:custGeom>
              <a:rect b="b" l="l" r="r" t="t"/>
              <a:pathLst>
                <a:path extrusionOk="0" h="3445" w="1991">
                  <a:moveTo>
                    <a:pt x="122" y="1"/>
                  </a:moveTo>
                  <a:cubicBezTo>
                    <a:pt x="81" y="174"/>
                    <a:pt x="68" y="347"/>
                    <a:pt x="55" y="533"/>
                  </a:cubicBezTo>
                  <a:cubicBezTo>
                    <a:pt x="1" y="2016"/>
                    <a:pt x="843" y="3256"/>
                    <a:pt x="1990" y="3445"/>
                  </a:cubicBezTo>
                  <a:cubicBezTo>
                    <a:pt x="1884" y="1695"/>
                    <a:pt x="802" y="561"/>
                    <a:pt x="122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21"/>
            <p:cNvSpPr/>
            <p:nvPr/>
          </p:nvSpPr>
          <p:spPr>
            <a:xfrm>
              <a:off x="5542170" y="4200536"/>
              <a:ext cx="493955" cy="409165"/>
            </a:xfrm>
            <a:custGeom>
              <a:rect b="b" l="l" r="r" t="t"/>
              <a:pathLst>
                <a:path extrusionOk="0" h="5120" w="6181">
                  <a:moveTo>
                    <a:pt x="2285" y="0"/>
                  </a:moveTo>
                  <a:cubicBezTo>
                    <a:pt x="1678" y="0"/>
                    <a:pt x="1134" y="210"/>
                    <a:pt x="773" y="639"/>
                  </a:cubicBezTo>
                  <a:cubicBezTo>
                    <a:pt x="0" y="1572"/>
                    <a:pt x="414" y="3186"/>
                    <a:pt x="1682" y="4256"/>
                  </a:cubicBezTo>
                  <a:cubicBezTo>
                    <a:pt x="2377" y="4827"/>
                    <a:pt x="3184" y="5120"/>
                    <a:pt x="3901" y="5120"/>
                  </a:cubicBezTo>
                  <a:cubicBezTo>
                    <a:pt x="4508" y="5120"/>
                    <a:pt x="5050" y="4911"/>
                    <a:pt x="5405" y="4484"/>
                  </a:cubicBezTo>
                  <a:cubicBezTo>
                    <a:pt x="6180" y="3548"/>
                    <a:pt x="5767" y="1921"/>
                    <a:pt x="4498" y="864"/>
                  </a:cubicBezTo>
                  <a:cubicBezTo>
                    <a:pt x="3805" y="293"/>
                    <a:pt x="3001" y="0"/>
                    <a:pt x="228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21"/>
            <p:cNvSpPr/>
            <p:nvPr/>
          </p:nvSpPr>
          <p:spPr>
            <a:xfrm>
              <a:off x="5577252" y="4338228"/>
              <a:ext cx="338280" cy="270912"/>
            </a:xfrm>
            <a:custGeom>
              <a:rect b="b" l="l" r="r" t="t"/>
              <a:pathLst>
                <a:path extrusionOk="0" h="3390" w="4233">
                  <a:moveTo>
                    <a:pt x="1236" y="0"/>
                  </a:moveTo>
                  <a:cubicBezTo>
                    <a:pt x="761" y="0"/>
                    <a:pt x="336" y="165"/>
                    <a:pt x="55" y="502"/>
                  </a:cubicBezTo>
                  <a:cubicBezTo>
                    <a:pt x="42" y="518"/>
                    <a:pt x="13" y="544"/>
                    <a:pt x="0" y="569"/>
                  </a:cubicBezTo>
                  <a:cubicBezTo>
                    <a:pt x="148" y="1252"/>
                    <a:pt x="574" y="1973"/>
                    <a:pt x="1243" y="2533"/>
                  </a:cubicBezTo>
                  <a:cubicBezTo>
                    <a:pt x="1930" y="3105"/>
                    <a:pt x="2732" y="3390"/>
                    <a:pt x="3450" y="3390"/>
                  </a:cubicBezTo>
                  <a:cubicBezTo>
                    <a:pt x="3552" y="3390"/>
                    <a:pt x="3653" y="3384"/>
                    <a:pt x="3752" y="3372"/>
                  </a:cubicBezTo>
                  <a:cubicBezTo>
                    <a:pt x="4232" y="2639"/>
                    <a:pt x="3899" y="1450"/>
                    <a:pt x="2964" y="678"/>
                  </a:cubicBezTo>
                  <a:cubicBezTo>
                    <a:pt x="2423" y="229"/>
                    <a:pt x="1795" y="0"/>
                    <a:pt x="1236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21"/>
            <p:cNvSpPr/>
            <p:nvPr/>
          </p:nvSpPr>
          <p:spPr>
            <a:xfrm>
              <a:off x="5578291" y="4200536"/>
              <a:ext cx="457833" cy="371125"/>
            </a:xfrm>
            <a:custGeom>
              <a:rect b="b" l="l" r="r" t="t"/>
              <a:pathLst>
                <a:path extrusionOk="0" h="4644" w="5729">
                  <a:moveTo>
                    <a:pt x="1833" y="0"/>
                  </a:moveTo>
                  <a:cubicBezTo>
                    <a:pt x="1226" y="0"/>
                    <a:pt x="682" y="210"/>
                    <a:pt x="321" y="639"/>
                  </a:cubicBezTo>
                  <a:cubicBezTo>
                    <a:pt x="173" y="825"/>
                    <a:pt x="67" y="1040"/>
                    <a:pt x="0" y="1264"/>
                  </a:cubicBezTo>
                  <a:cubicBezTo>
                    <a:pt x="351" y="948"/>
                    <a:pt x="828" y="792"/>
                    <a:pt x="1353" y="792"/>
                  </a:cubicBezTo>
                  <a:cubicBezTo>
                    <a:pt x="2068" y="792"/>
                    <a:pt x="2873" y="1082"/>
                    <a:pt x="3566" y="1652"/>
                  </a:cubicBezTo>
                  <a:cubicBezTo>
                    <a:pt x="4578" y="2507"/>
                    <a:pt x="5046" y="3721"/>
                    <a:pt x="4793" y="4644"/>
                  </a:cubicBezTo>
                  <a:lnTo>
                    <a:pt x="4953" y="4484"/>
                  </a:lnTo>
                  <a:cubicBezTo>
                    <a:pt x="5728" y="3548"/>
                    <a:pt x="5315" y="1921"/>
                    <a:pt x="4046" y="864"/>
                  </a:cubicBezTo>
                  <a:cubicBezTo>
                    <a:pt x="3353" y="293"/>
                    <a:pt x="2549" y="0"/>
                    <a:pt x="1833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21"/>
            <p:cNvSpPr/>
            <p:nvPr/>
          </p:nvSpPr>
          <p:spPr>
            <a:xfrm>
              <a:off x="5579250" y="4200616"/>
              <a:ext cx="386469" cy="180688"/>
            </a:xfrm>
            <a:custGeom>
              <a:rect b="b" l="l" r="r" t="t"/>
              <a:pathLst>
                <a:path extrusionOk="0" h="2261" w="4836">
                  <a:moveTo>
                    <a:pt x="1813" y="1"/>
                  </a:moveTo>
                  <a:cubicBezTo>
                    <a:pt x="1207" y="1"/>
                    <a:pt x="666" y="210"/>
                    <a:pt x="309" y="638"/>
                  </a:cubicBezTo>
                  <a:cubicBezTo>
                    <a:pt x="161" y="824"/>
                    <a:pt x="55" y="1023"/>
                    <a:pt x="1" y="1250"/>
                  </a:cubicBezTo>
                  <a:cubicBezTo>
                    <a:pt x="522" y="789"/>
                    <a:pt x="1022" y="639"/>
                    <a:pt x="1498" y="639"/>
                  </a:cubicBezTo>
                  <a:cubicBezTo>
                    <a:pt x="2097" y="639"/>
                    <a:pt x="2658" y="875"/>
                    <a:pt x="3179" y="1023"/>
                  </a:cubicBezTo>
                  <a:cubicBezTo>
                    <a:pt x="4057" y="1289"/>
                    <a:pt x="4383" y="2261"/>
                    <a:pt x="4584" y="2261"/>
                  </a:cubicBezTo>
                  <a:cubicBezTo>
                    <a:pt x="4606" y="2261"/>
                    <a:pt x="4627" y="2249"/>
                    <a:pt x="4646" y="2224"/>
                  </a:cubicBezTo>
                  <a:cubicBezTo>
                    <a:pt x="4835" y="1971"/>
                    <a:pt x="3967" y="1077"/>
                    <a:pt x="3512" y="824"/>
                  </a:cubicBezTo>
                  <a:cubicBezTo>
                    <a:pt x="3073" y="571"/>
                    <a:pt x="3044" y="264"/>
                    <a:pt x="3044" y="264"/>
                  </a:cubicBezTo>
                  <a:cubicBezTo>
                    <a:pt x="2629" y="89"/>
                    <a:pt x="2207" y="1"/>
                    <a:pt x="1813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21"/>
            <p:cNvSpPr/>
            <p:nvPr/>
          </p:nvSpPr>
          <p:spPr>
            <a:xfrm>
              <a:off x="5534498" y="4199098"/>
              <a:ext cx="181567" cy="230475"/>
            </a:xfrm>
            <a:custGeom>
              <a:rect b="b" l="l" r="r" t="t"/>
              <a:pathLst>
                <a:path extrusionOk="0" h="2884" w="2272">
                  <a:moveTo>
                    <a:pt x="923" y="1"/>
                  </a:moveTo>
                  <a:lnTo>
                    <a:pt x="0" y="577"/>
                  </a:lnTo>
                  <a:lnTo>
                    <a:pt x="430" y="1538"/>
                  </a:lnTo>
                  <a:cubicBezTo>
                    <a:pt x="430" y="1538"/>
                    <a:pt x="375" y="2192"/>
                    <a:pt x="737" y="2884"/>
                  </a:cubicBezTo>
                  <a:lnTo>
                    <a:pt x="2272" y="2458"/>
                  </a:lnTo>
                  <a:cubicBezTo>
                    <a:pt x="2272" y="2458"/>
                    <a:pt x="2124" y="1939"/>
                    <a:pt x="1458" y="1551"/>
                  </a:cubicBezTo>
                  <a:cubicBezTo>
                    <a:pt x="1058" y="629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21"/>
            <p:cNvSpPr/>
            <p:nvPr/>
          </p:nvSpPr>
          <p:spPr>
            <a:xfrm>
              <a:off x="5593395" y="4199098"/>
              <a:ext cx="122670" cy="208258"/>
            </a:xfrm>
            <a:custGeom>
              <a:rect b="b" l="l" r="r" t="t"/>
              <a:pathLst>
                <a:path extrusionOk="0" h="2606" w="1535">
                  <a:moveTo>
                    <a:pt x="186" y="1"/>
                  </a:moveTo>
                  <a:lnTo>
                    <a:pt x="0" y="110"/>
                  </a:lnTo>
                  <a:cubicBezTo>
                    <a:pt x="13" y="443"/>
                    <a:pt x="93" y="1096"/>
                    <a:pt x="426" y="1779"/>
                  </a:cubicBezTo>
                  <a:cubicBezTo>
                    <a:pt x="599" y="2125"/>
                    <a:pt x="801" y="2390"/>
                    <a:pt x="987" y="2605"/>
                  </a:cubicBezTo>
                  <a:lnTo>
                    <a:pt x="1535" y="2458"/>
                  </a:lnTo>
                  <a:cubicBezTo>
                    <a:pt x="1535" y="2458"/>
                    <a:pt x="1387" y="1939"/>
                    <a:pt x="721" y="1551"/>
                  </a:cubicBezTo>
                  <a:cubicBezTo>
                    <a:pt x="321" y="629"/>
                    <a:pt x="186" y="1"/>
                    <a:pt x="186" y="1"/>
                  </a:cubicBezTo>
                  <a:close/>
                </a:path>
              </a:pathLst>
            </a:custGeom>
            <a:solidFill>
              <a:srgbClr val="FF24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21"/>
            <p:cNvSpPr/>
            <p:nvPr/>
          </p:nvSpPr>
          <p:spPr>
            <a:xfrm>
              <a:off x="5559032" y="4349336"/>
              <a:ext cx="318062" cy="291450"/>
            </a:xfrm>
            <a:custGeom>
              <a:rect b="b" l="l" r="r" t="t"/>
              <a:pathLst>
                <a:path extrusionOk="0" h="3647" w="3980">
                  <a:moveTo>
                    <a:pt x="1052" y="0"/>
                  </a:moveTo>
                  <a:cubicBezTo>
                    <a:pt x="838" y="0"/>
                    <a:pt x="647" y="50"/>
                    <a:pt x="494" y="152"/>
                  </a:cubicBezTo>
                  <a:cubicBezTo>
                    <a:pt x="203" y="312"/>
                    <a:pt x="1" y="699"/>
                    <a:pt x="1" y="699"/>
                  </a:cubicBezTo>
                  <a:cubicBezTo>
                    <a:pt x="1" y="699"/>
                    <a:pt x="55" y="780"/>
                    <a:pt x="148" y="911"/>
                  </a:cubicBezTo>
                  <a:cubicBezTo>
                    <a:pt x="174" y="1446"/>
                    <a:pt x="523" y="2099"/>
                    <a:pt x="1109" y="2647"/>
                  </a:cubicBezTo>
                  <a:cubicBezTo>
                    <a:pt x="1699" y="3183"/>
                    <a:pt x="2362" y="3474"/>
                    <a:pt x="2892" y="3474"/>
                  </a:cubicBezTo>
                  <a:cubicBezTo>
                    <a:pt x="2903" y="3474"/>
                    <a:pt x="2914" y="3474"/>
                    <a:pt x="2926" y="3474"/>
                  </a:cubicBezTo>
                  <a:cubicBezTo>
                    <a:pt x="3019" y="3528"/>
                    <a:pt x="3099" y="3595"/>
                    <a:pt x="3192" y="3647"/>
                  </a:cubicBezTo>
                  <a:cubicBezTo>
                    <a:pt x="3365" y="3487"/>
                    <a:pt x="3512" y="3275"/>
                    <a:pt x="3592" y="3166"/>
                  </a:cubicBezTo>
                  <a:cubicBezTo>
                    <a:pt x="3605" y="3153"/>
                    <a:pt x="3618" y="3128"/>
                    <a:pt x="3647" y="3102"/>
                  </a:cubicBezTo>
                  <a:cubicBezTo>
                    <a:pt x="3980" y="2554"/>
                    <a:pt x="3618" y="1580"/>
                    <a:pt x="2804" y="818"/>
                  </a:cubicBezTo>
                  <a:cubicBezTo>
                    <a:pt x="2228" y="290"/>
                    <a:pt x="1572" y="0"/>
                    <a:pt x="1052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21"/>
            <p:cNvSpPr/>
            <p:nvPr/>
          </p:nvSpPr>
          <p:spPr>
            <a:xfrm>
              <a:off x="5521712" y="4384178"/>
              <a:ext cx="329809" cy="277625"/>
            </a:xfrm>
            <a:custGeom>
              <a:rect b="b" l="l" r="r" t="t"/>
              <a:pathLst>
                <a:path extrusionOk="0" h="3474" w="4127">
                  <a:moveTo>
                    <a:pt x="1154" y="0"/>
                  </a:moveTo>
                  <a:cubicBezTo>
                    <a:pt x="872" y="0"/>
                    <a:pt x="632" y="85"/>
                    <a:pt x="468" y="263"/>
                  </a:cubicBezTo>
                  <a:cubicBezTo>
                    <a:pt x="0" y="770"/>
                    <a:pt x="337" y="1836"/>
                    <a:pt x="1218" y="2650"/>
                  </a:cubicBezTo>
                  <a:cubicBezTo>
                    <a:pt x="1790" y="3181"/>
                    <a:pt x="2452" y="3474"/>
                    <a:pt x="2974" y="3474"/>
                  </a:cubicBezTo>
                  <a:cubicBezTo>
                    <a:pt x="3255" y="3474"/>
                    <a:pt x="3495" y="3389"/>
                    <a:pt x="3659" y="3211"/>
                  </a:cubicBezTo>
                  <a:cubicBezTo>
                    <a:pt x="4126" y="2705"/>
                    <a:pt x="3793" y="1638"/>
                    <a:pt x="2912" y="824"/>
                  </a:cubicBezTo>
                  <a:cubicBezTo>
                    <a:pt x="2340" y="293"/>
                    <a:pt x="1676" y="0"/>
                    <a:pt x="1154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21"/>
            <p:cNvSpPr/>
            <p:nvPr/>
          </p:nvSpPr>
          <p:spPr>
            <a:xfrm>
              <a:off x="6065686" y="3969905"/>
              <a:ext cx="89665" cy="56500"/>
            </a:xfrm>
            <a:custGeom>
              <a:rect b="b" l="l" r="r" t="t"/>
              <a:pathLst>
                <a:path extrusionOk="0" h="707" w="1122">
                  <a:moveTo>
                    <a:pt x="745" y="0"/>
                  </a:moveTo>
                  <a:cubicBezTo>
                    <a:pt x="337" y="0"/>
                    <a:pt x="1" y="306"/>
                    <a:pt x="1" y="306"/>
                  </a:cubicBezTo>
                  <a:cubicBezTo>
                    <a:pt x="1" y="306"/>
                    <a:pt x="97" y="440"/>
                    <a:pt x="190" y="668"/>
                  </a:cubicBezTo>
                  <a:cubicBezTo>
                    <a:pt x="308" y="656"/>
                    <a:pt x="450" y="647"/>
                    <a:pt x="596" y="647"/>
                  </a:cubicBezTo>
                  <a:cubicBezTo>
                    <a:pt x="779" y="647"/>
                    <a:pt x="967" y="662"/>
                    <a:pt x="1122" y="706"/>
                  </a:cubicBezTo>
                  <a:cubicBezTo>
                    <a:pt x="1071" y="482"/>
                    <a:pt x="1016" y="242"/>
                    <a:pt x="949" y="27"/>
                  </a:cubicBezTo>
                  <a:cubicBezTo>
                    <a:pt x="880" y="8"/>
                    <a:pt x="812" y="0"/>
                    <a:pt x="745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21"/>
            <p:cNvSpPr/>
            <p:nvPr/>
          </p:nvSpPr>
          <p:spPr>
            <a:xfrm>
              <a:off x="5557034" y="4424135"/>
              <a:ext cx="247657" cy="206980"/>
            </a:xfrm>
            <a:custGeom>
              <a:rect b="b" l="l" r="r" t="t"/>
              <a:pathLst>
                <a:path extrusionOk="0" h="2590" w="3099">
                  <a:moveTo>
                    <a:pt x="756" y="0"/>
                  </a:moveTo>
                  <a:cubicBezTo>
                    <a:pt x="575" y="0"/>
                    <a:pt x="423" y="53"/>
                    <a:pt x="321" y="164"/>
                  </a:cubicBezTo>
                  <a:cubicBezTo>
                    <a:pt x="0" y="523"/>
                    <a:pt x="295" y="1311"/>
                    <a:pt x="961" y="1926"/>
                  </a:cubicBezTo>
                  <a:cubicBezTo>
                    <a:pt x="1421" y="2349"/>
                    <a:pt x="1937" y="2590"/>
                    <a:pt x="2326" y="2590"/>
                  </a:cubicBezTo>
                  <a:cubicBezTo>
                    <a:pt x="2512" y="2590"/>
                    <a:pt x="2669" y="2535"/>
                    <a:pt x="2778" y="2419"/>
                  </a:cubicBezTo>
                  <a:cubicBezTo>
                    <a:pt x="3098" y="2070"/>
                    <a:pt x="2803" y="1285"/>
                    <a:pt x="2137" y="670"/>
                  </a:cubicBezTo>
                  <a:cubicBezTo>
                    <a:pt x="1672" y="242"/>
                    <a:pt x="1146" y="0"/>
                    <a:pt x="7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21"/>
            <p:cNvSpPr/>
            <p:nvPr/>
          </p:nvSpPr>
          <p:spPr>
            <a:xfrm>
              <a:off x="5534498" y="4199098"/>
              <a:ext cx="88626" cy="88706"/>
            </a:xfrm>
            <a:custGeom>
              <a:rect b="b" l="l" r="r" t="t"/>
              <a:pathLst>
                <a:path extrusionOk="0" h="1110" w="1109">
                  <a:moveTo>
                    <a:pt x="923" y="1"/>
                  </a:moveTo>
                  <a:lnTo>
                    <a:pt x="0" y="577"/>
                  </a:lnTo>
                  <a:lnTo>
                    <a:pt x="241" y="1109"/>
                  </a:lnTo>
                  <a:lnTo>
                    <a:pt x="869" y="962"/>
                  </a:lnTo>
                  <a:lnTo>
                    <a:pt x="1096" y="629"/>
                  </a:lnTo>
                  <a:lnTo>
                    <a:pt x="1109" y="629"/>
                  </a:lnTo>
                  <a:cubicBezTo>
                    <a:pt x="977" y="228"/>
                    <a:pt x="923" y="1"/>
                    <a:pt x="923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21"/>
            <p:cNvSpPr/>
            <p:nvPr/>
          </p:nvSpPr>
          <p:spPr>
            <a:xfrm>
              <a:off x="5656687" y="3723291"/>
              <a:ext cx="440092" cy="289292"/>
            </a:xfrm>
            <a:custGeom>
              <a:rect b="b" l="l" r="r" t="t"/>
              <a:pathLst>
                <a:path extrusionOk="0" h="3620" w="5507">
                  <a:moveTo>
                    <a:pt x="2205" y="0"/>
                  </a:moveTo>
                  <a:cubicBezTo>
                    <a:pt x="987" y="0"/>
                    <a:pt x="1" y="981"/>
                    <a:pt x="140" y="1271"/>
                  </a:cubicBezTo>
                  <a:cubicBezTo>
                    <a:pt x="747" y="977"/>
                    <a:pt x="1286" y="856"/>
                    <a:pt x="1764" y="856"/>
                  </a:cubicBezTo>
                  <a:cubicBezTo>
                    <a:pt x="4044" y="856"/>
                    <a:pt x="4920" y="3619"/>
                    <a:pt x="4920" y="3619"/>
                  </a:cubicBezTo>
                  <a:lnTo>
                    <a:pt x="5506" y="3446"/>
                  </a:lnTo>
                  <a:cubicBezTo>
                    <a:pt x="5481" y="2245"/>
                    <a:pt x="4225" y="445"/>
                    <a:pt x="2758" y="70"/>
                  </a:cubicBezTo>
                  <a:cubicBezTo>
                    <a:pt x="2570" y="21"/>
                    <a:pt x="2385" y="0"/>
                    <a:pt x="2205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21"/>
            <p:cNvSpPr/>
            <p:nvPr/>
          </p:nvSpPr>
          <p:spPr>
            <a:xfrm>
              <a:off x="5415187" y="3687810"/>
              <a:ext cx="760711" cy="560524"/>
            </a:xfrm>
            <a:custGeom>
              <a:rect b="b" l="l" r="r" t="t"/>
              <a:pathLst>
                <a:path extrusionOk="0" h="7014" w="9519">
                  <a:moveTo>
                    <a:pt x="5279" y="0"/>
                  </a:moveTo>
                  <a:cubicBezTo>
                    <a:pt x="4989" y="0"/>
                    <a:pt x="4684" y="39"/>
                    <a:pt x="4364" y="126"/>
                  </a:cubicBezTo>
                  <a:cubicBezTo>
                    <a:pt x="3403" y="488"/>
                    <a:pt x="1" y="1715"/>
                    <a:pt x="2243" y="7014"/>
                  </a:cubicBezTo>
                  <a:lnTo>
                    <a:pt x="2669" y="6588"/>
                  </a:lnTo>
                  <a:cubicBezTo>
                    <a:pt x="2669" y="6588"/>
                    <a:pt x="962" y="1981"/>
                    <a:pt x="4671" y="821"/>
                  </a:cubicBezTo>
                  <a:cubicBezTo>
                    <a:pt x="4874" y="757"/>
                    <a:pt x="5074" y="728"/>
                    <a:pt x="5271" y="728"/>
                  </a:cubicBezTo>
                  <a:cubicBezTo>
                    <a:pt x="6831" y="728"/>
                    <a:pt x="8138" y="2598"/>
                    <a:pt x="8528" y="3890"/>
                  </a:cubicBezTo>
                  <a:lnTo>
                    <a:pt x="9518" y="3772"/>
                  </a:lnTo>
                  <a:cubicBezTo>
                    <a:pt x="9518" y="3772"/>
                    <a:pt x="8120" y="0"/>
                    <a:pt x="5279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21"/>
            <p:cNvSpPr/>
            <p:nvPr/>
          </p:nvSpPr>
          <p:spPr>
            <a:xfrm>
              <a:off x="5437483" y="3697879"/>
              <a:ext cx="326453" cy="575068"/>
            </a:xfrm>
            <a:custGeom>
              <a:rect b="b" l="l" r="r" t="t"/>
              <a:pathLst>
                <a:path extrusionOk="0" h="7196" w="4085">
                  <a:moveTo>
                    <a:pt x="4085" y="0"/>
                  </a:moveTo>
                  <a:lnTo>
                    <a:pt x="4085" y="0"/>
                  </a:lnTo>
                  <a:cubicBezTo>
                    <a:pt x="2723" y="426"/>
                    <a:pt x="775" y="814"/>
                    <a:pt x="429" y="3950"/>
                  </a:cubicBezTo>
                  <a:cubicBezTo>
                    <a:pt x="215" y="5459"/>
                    <a:pt x="910" y="7195"/>
                    <a:pt x="910" y="7195"/>
                  </a:cubicBezTo>
                  <a:lnTo>
                    <a:pt x="1964" y="6888"/>
                  </a:lnTo>
                  <a:cubicBezTo>
                    <a:pt x="1964" y="6888"/>
                    <a:pt x="0" y="1708"/>
                    <a:pt x="4085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21"/>
            <p:cNvSpPr/>
            <p:nvPr/>
          </p:nvSpPr>
          <p:spPr>
            <a:xfrm>
              <a:off x="6070082" y="4042467"/>
              <a:ext cx="181327" cy="338920"/>
            </a:xfrm>
            <a:custGeom>
              <a:rect b="b" l="l" r="r" t="t"/>
              <a:pathLst>
                <a:path extrusionOk="0" h="4241" w="2269">
                  <a:moveTo>
                    <a:pt x="0" y="0"/>
                  </a:moveTo>
                  <a:cubicBezTo>
                    <a:pt x="26" y="26"/>
                    <a:pt x="1842" y="1189"/>
                    <a:pt x="1307" y="3751"/>
                  </a:cubicBezTo>
                  <a:cubicBezTo>
                    <a:pt x="1135" y="4088"/>
                    <a:pt x="1164" y="4241"/>
                    <a:pt x="1270" y="4241"/>
                  </a:cubicBezTo>
                  <a:cubicBezTo>
                    <a:pt x="1450" y="4241"/>
                    <a:pt x="1852" y="3801"/>
                    <a:pt x="1868" y="3069"/>
                  </a:cubicBezTo>
                  <a:cubicBezTo>
                    <a:pt x="1891" y="2314"/>
                    <a:pt x="2064" y="1925"/>
                    <a:pt x="2187" y="1925"/>
                  </a:cubicBezTo>
                  <a:cubicBezTo>
                    <a:pt x="2218" y="1925"/>
                    <a:pt x="2247" y="1951"/>
                    <a:pt x="2268" y="2002"/>
                  </a:cubicBezTo>
                  <a:cubicBezTo>
                    <a:pt x="2002" y="868"/>
                    <a:pt x="1189" y="39"/>
                    <a:pt x="202" y="0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21"/>
            <p:cNvSpPr/>
            <p:nvPr/>
          </p:nvSpPr>
          <p:spPr>
            <a:xfrm>
              <a:off x="6256681" y="4224670"/>
              <a:ext cx="80" cy="2397"/>
            </a:xfrm>
            <a:custGeom>
              <a:rect b="b" l="l" r="r" t="t"/>
              <a:pathLst>
                <a:path extrusionOk="0" h="30" w="1">
                  <a:moveTo>
                    <a:pt x="1" y="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21"/>
            <p:cNvSpPr/>
            <p:nvPr/>
          </p:nvSpPr>
          <p:spPr>
            <a:xfrm>
              <a:off x="5454584" y="3811996"/>
              <a:ext cx="114278" cy="460950"/>
            </a:xfrm>
            <a:custGeom>
              <a:rect b="b" l="l" r="r" t="t"/>
              <a:pathLst>
                <a:path extrusionOk="0" h="5768" w="1430">
                  <a:moveTo>
                    <a:pt x="1177" y="1"/>
                  </a:moveTo>
                  <a:cubicBezTo>
                    <a:pt x="1176" y="1"/>
                    <a:pt x="1175" y="2"/>
                    <a:pt x="1175" y="3"/>
                  </a:cubicBezTo>
                  <a:lnTo>
                    <a:pt x="1175" y="3"/>
                  </a:lnTo>
                  <a:cubicBezTo>
                    <a:pt x="1175" y="2"/>
                    <a:pt x="1176" y="2"/>
                    <a:pt x="1177" y="1"/>
                  </a:cubicBezTo>
                  <a:close/>
                  <a:moveTo>
                    <a:pt x="1175" y="3"/>
                  </a:moveTo>
                  <a:lnTo>
                    <a:pt x="1175" y="3"/>
                  </a:lnTo>
                  <a:cubicBezTo>
                    <a:pt x="708" y="551"/>
                    <a:pt x="347" y="1338"/>
                    <a:pt x="215" y="2522"/>
                  </a:cubicBezTo>
                  <a:cubicBezTo>
                    <a:pt x="1" y="4031"/>
                    <a:pt x="696" y="5767"/>
                    <a:pt x="696" y="5767"/>
                  </a:cubicBezTo>
                  <a:lnTo>
                    <a:pt x="1430" y="5553"/>
                  </a:lnTo>
                  <a:cubicBezTo>
                    <a:pt x="1215" y="5072"/>
                    <a:pt x="856" y="4140"/>
                    <a:pt x="949" y="3339"/>
                  </a:cubicBezTo>
                  <a:cubicBezTo>
                    <a:pt x="1043" y="2537"/>
                    <a:pt x="962" y="2096"/>
                    <a:pt x="858" y="2096"/>
                  </a:cubicBezTo>
                  <a:cubicBezTo>
                    <a:pt x="817" y="2096"/>
                    <a:pt x="773" y="2166"/>
                    <a:pt x="734" y="2311"/>
                  </a:cubicBezTo>
                  <a:cubicBezTo>
                    <a:pt x="695" y="2464"/>
                    <a:pt x="655" y="2534"/>
                    <a:pt x="623" y="2534"/>
                  </a:cubicBezTo>
                  <a:cubicBezTo>
                    <a:pt x="547" y="2534"/>
                    <a:pt x="512" y="2141"/>
                    <a:pt x="616" y="1548"/>
                  </a:cubicBezTo>
                  <a:cubicBezTo>
                    <a:pt x="744" y="743"/>
                    <a:pt x="1139" y="50"/>
                    <a:pt x="1175" y="3"/>
                  </a:cubicBezTo>
                  <a:close/>
                </a:path>
              </a:pathLst>
            </a:custGeom>
            <a:solidFill>
              <a:srgbClr val="FFFFFF">
                <a:alpha val="478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2" name="Google Shape;2272;p22"/>
          <p:cNvGrpSpPr/>
          <p:nvPr/>
        </p:nvGrpSpPr>
        <p:grpSpPr>
          <a:xfrm>
            <a:off x="5430392" y="539502"/>
            <a:ext cx="1129919" cy="278457"/>
            <a:chOff x="713231" y="815211"/>
            <a:chExt cx="894914" cy="220542"/>
          </a:xfrm>
        </p:grpSpPr>
        <p:sp>
          <p:nvSpPr>
            <p:cNvPr id="2273" name="Google Shape;2273;p22"/>
            <p:cNvSpPr/>
            <p:nvPr/>
          </p:nvSpPr>
          <p:spPr>
            <a:xfrm>
              <a:off x="1387603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22"/>
            <p:cNvSpPr/>
            <p:nvPr/>
          </p:nvSpPr>
          <p:spPr>
            <a:xfrm>
              <a:off x="713231" y="815211"/>
              <a:ext cx="222044" cy="220542"/>
            </a:xfrm>
            <a:custGeom>
              <a:rect b="b" l="l" r="r" t="t"/>
              <a:pathLst>
                <a:path extrusionOk="0" h="1763" w="1775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22"/>
            <p:cNvSpPr/>
            <p:nvPr/>
          </p:nvSpPr>
          <p:spPr>
            <a:xfrm>
              <a:off x="1050229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6" name="Google Shape;2276;p22"/>
          <p:cNvSpPr txBox="1"/>
          <p:nvPr/>
        </p:nvSpPr>
        <p:spPr>
          <a:xfrm>
            <a:off x="713225" y="397050"/>
            <a:ext cx="4627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</a:pPr>
            <a:r>
              <a:rPr b="1" lang="en-US" sz="31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Impact on the</a:t>
            </a:r>
            <a:r>
              <a:rPr b="1" i="0" lang="en-US" sz="3100" u="none" cap="none" strike="noStrik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r>
              <a:rPr b="1" lang="en-US" sz="3100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rPr>
              <a:t>World</a:t>
            </a:r>
            <a:endParaRPr b="1" i="0" sz="3100" u="none" cap="none" strike="noStrike">
              <a:solidFill>
                <a:schemeClr val="accent4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277" name="Google Shape;2277;p22"/>
          <p:cNvSpPr/>
          <p:nvPr/>
        </p:nvSpPr>
        <p:spPr>
          <a:xfrm>
            <a:off x="373487" y="1075386"/>
            <a:ext cx="4410900" cy="36711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5400">
            <a:solidFill>
              <a:srgbClr val="0034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22"/>
          <p:cNvSpPr txBox="1"/>
          <p:nvPr/>
        </p:nvSpPr>
        <p:spPr>
          <a:xfrm>
            <a:off x="476663" y="3503130"/>
            <a:ext cx="4204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Games are one of the most impactful forms of media today both in positive and negative ways </a:t>
            </a:r>
            <a:endParaRPr>
              <a:solidFill>
                <a:schemeClr val="dk1"/>
              </a:solidFill>
              <a:latin typeface="Orbitron Medium"/>
              <a:ea typeface="Orbitron Medium"/>
              <a:cs typeface="Orbitron Medium"/>
              <a:sym typeface="Orbitron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rbitron Medium"/>
                <a:ea typeface="Orbitron Medium"/>
                <a:cs typeface="Orbitron Medium"/>
                <a:sym typeface="Orbitron Medium"/>
              </a:rPr>
              <a:t>It is our duty to leave a mark</a:t>
            </a:r>
            <a:endParaRPr>
              <a:solidFill>
                <a:schemeClr val="dk1"/>
              </a:solidFill>
              <a:latin typeface="Orbitron Medium"/>
              <a:ea typeface="Orbitron Medium"/>
              <a:cs typeface="Orbitron Medium"/>
              <a:sym typeface="Orbitron Medium"/>
            </a:endParaRPr>
          </a:p>
        </p:txBody>
      </p:sp>
      <p:sp>
        <p:nvSpPr>
          <p:cNvPr id="2279" name="Google Shape;2279;p22"/>
          <p:cNvSpPr/>
          <p:nvPr/>
        </p:nvSpPr>
        <p:spPr>
          <a:xfrm>
            <a:off x="4784502" y="1062507"/>
            <a:ext cx="4037400" cy="3671100"/>
          </a:xfrm>
          <a:prstGeom prst="roundRect">
            <a:avLst>
              <a:gd fmla="val 16667" name="adj"/>
            </a:avLst>
          </a:prstGeom>
          <a:solidFill>
            <a:srgbClr val="2574A0"/>
          </a:solidFill>
          <a:ln cap="flat" cmpd="sng" w="25400">
            <a:solidFill>
              <a:srgbClr val="0034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22"/>
          <p:cNvSpPr txBox="1"/>
          <p:nvPr/>
        </p:nvSpPr>
        <p:spPr>
          <a:xfrm>
            <a:off x="4885923" y="1348216"/>
            <a:ext cx="3826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Don’t </a:t>
            </a:r>
            <a:r>
              <a:rPr b="1" lang="en-US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Believe me ? let's talk </a:t>
            </a:r>
            <a:r>
              <a:rPr b="1" lang="en-US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Numbers</a:t>
            </a:r>
            <a:endParaRPr b="1">
              <a:solidFill>
                <a:srgbClr val="FF247F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Industry sizes in 2024 </a:t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(largest estimates) USD</a:t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Music : 30 Billion</a:t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Film : 120 Billion</a:t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Anime : 35 Billion</a:t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total : 165 Billion</a:t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Gaming industry (small estimate)</a:t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		</a:t>
            </a:r>
            <a:r>
              <a:rPr b="1" lang="en-US" sz="2200">
                <a:solidFill>
                  <a:srgbClr val="FF247F"/>
                </a:solidFill>
                <a:latin typeface="Orbitron"/>
                <a:ea typeface="Orbitron"/>
                <a:cs typeface="Orbitron"/>
                <a:sym typeface="Orbitron"/>
              </a:rPr>
              <a:t>184 Billion</a:t>
            </a:r>
            <a:endParaRPr b="1" sz="2200">
              <a:solidFill>
                <a:srgbClr val="FF247F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281" name="Google Shape;2281;p22"/>
          <p:cNvSpPr txBox="1"/>
          <p:nvPr/>
        </p:nvSpPr>
        <p:spPr>
          <a:xfrm>
            <a:off x="737475" y="1378650"/>
            <a:ext cx="3722700" cy="19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C0DA"/>
                </a:solidFill>
                <a:latin typeface="Orbitron Black"/>
                <a:ea typeface="Orbitron Black"/>
                <a:cs typeface="Orbitron Black"/>
                <a:sym typeface="Orbitron Black"/>
              </a:rPr>
              <a:t>WE owe our ideas a voice</a:t>
            </a:r>
            <a:endParaRPr sz="4000">
              <a:solidFill>
                <a:srgbClr val="00C0DA"/>
              </a:solidFill>
              <a:latin typeface="Orbitron Black"/>
              <a:ea typeface="Orbitron Black"/>
              <a:cs typeface="Orbitron Black"/>
              <a:sym typeface="Orbitron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5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23"/>
          <p:cNvSpPr txBox="1"/>
          <p:nvPr>
            <p:ph type="title"/>
          </p:nvPr>
        </p:nvSpPr>
        <p:spPr>
          <a:xfrm>
            <a:off x="811975" y="462200"/>
            <a:ext cx="4294800" cy="11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Games with positive impact</a:t>
            </a:r>
            <a:endParaRPr/>
          </a:p>
        </p:txBody>
      </p:sp>
      <p:pic>
        <p:nvPicPr>
          <p:cNvPr id="2287" name="Google Shape;2287;p23" title="MC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348" y="462200"/>
            <a:ext cx="2824002" cy="158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8" name="Google Shape;2288;p23" title="wiisport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00" y="2109038"/>
            <a:ext cx="179070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9" name="Google Shape;2289;p23" title="portal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5700" y="2374617"/>
            <a:ext cx="4067162" cy="227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0" name="Google Shape;2290;p23" title="amongus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3650" y="2261450"/>
            <a:ext cx="1707696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24"/>
          <p:cNvSpPr txBox="1"/>
          <p:nvPr>
            <p:ph type="title"/>
          </p:nvPr>
        </p:nvSpPr>
        <p:spPr>
          <a:xfrm>
            <a:off x="811975" y="532650"/>
            <a:ext cx="429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Games with negative impact</a:t>
            </a:r>
            <a:endParaRPr/>
          </a:p>
        </p:txBody>
      </p:sp>
      <p:pic>
        <p:nvPicPr>
          <p:cNvPr id="2296" name="Google Shape;2296;p24" title="pi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488" y="3147950"/>
            <a:ext cx="1360125" cy="136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7" name="Google Shape;2297;p24" title="c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975" y="2921475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8" name="Google Shape;2298;p24" title="gi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0775" y="616150"/>
            <a:ext cx="18478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9" name="Google Shape;2299;p24" title="gow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5775" y="1709088"/>
            <a:ext cx="2424750" cy="121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0" name="Google Shape;2300;p24" title="raid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21624" y="3221825"/>
            <a:ext cx="2607000" cy="12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p25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Hall of shame</a:t>
            </a:r>
            <a:endParaRPr/>
          </a:p>
        </p:txBody>
      </p:sp>
      <p:pic>
        <p:nvPicPr>
          <p:cNvPr id="2306" name="Google Shape;2306;p25" title="pi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587" y="1175100"/>
            <a:ext cx="2376050" cy="237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7" name="Google Shape;2307;p25" title="rai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6144" y="1304155"/>
            <a:ext cx="4554260" cy="2117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26"/>
          <p:cNvSpPr txBox="1"/>
          <p:nvPr>
            <p:ph type="title"/>
          </p:nvPr>
        </p:nvSpPr>
        <p:spPr>
          <a:xfrm>
            <a:off x="811975" y="556150"/>
            <a:ext cx="577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do </a:t>
            </a:r>
            <a:r>
              <a:rPr lang="en-US">
                <a:solidFill>
                  <a:srgbClr val="FF247F"/>
                </a:solidFill>
              </a:rPr>
              <a:t>we love </a:t>
            </a:r>
            <a:r>
              <a:rPr lang="en-US">
                <a:solidFill>
                  <a:srgbClr val="478CBF"/>
                </a:solidFill>
              </a:rPr>
              <a:t>Godot</a:t>
            </a:r>
            <a:endParaRPr>
              <a:solidFill>
                <a:srgbClr val="478CBF"/>
              </a:solidFill>
            </a:endParaRPr>
          </a:p>
        </p:txBody>
      </p:sp>
      <p:sp>
        <p:nvSpPr>
          <p:cNvPr id="2313" name="Google Shape;2313;p26"/>
          <p:cNvSpPr txBox="1"/>
          <p:nvPr>
            <p:ph idx="1" type="subTitle"/>
          </p:nvPr>
        </p:nvSpPr>
        <p:spPr>
          <a:xfrm>
            <a:off x="811975" y="1762867"/>
            <a:ext cx="3759900" cy="28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Orbitron"/>
                <a:ea typeface="Orbitron"/>
                <a:cs typeface="Orbitron"/>
                <a:sym typeface="Orbitron"/>
              </a:rPr>
              <a:t>Here at open source community we love everything that is  ….. well open source</a:t>
            </a:r>
            <a:endParaRPr b="1" sz="1800"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Orbitron"/>
                <a:ea typeface="Orbitron"/>
                <a:cs typeface="Orbitron"/>
                <a:sym typeface="Orbitron"/>
              </a:rPr>
              <a:t>and Godot is one of those things</a:t>
            </a:r>
            <a:endParaRPr b="1" sz="1800"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Orbitron"/>
                <a:ea typeface="Orbitron"/>
                <a:cs typeface="Orbitron"/>
                <a:sym typeface="Orbitron"/>
              </a:rPr>
              <a:t>it is a free , opensource , mit license , beginner friendly game engine</a:t>
            </a:r>
            <a:endParaRPr b="1" sz="1800">
              <a:latin typeface="Orbitron"/>
              <a:ea typeface="Orbitron"/>
              <a:cs typeface="Orbitron"/>
              <a:sym typeface="Orbitron"/>
            </a:endParaRPr>
          </a:p>
        </p:txBody>
      </p:sp>
      <p:pic>
        <p:nvPicPr>
          <p:cNvPr id="2314" name="Google Shape;2314;p26" title="g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1150" y="1296675"/>
            <a:ext cx="2907900" cy="3323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p27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 car</a:t>
            </a:r>
            <a:endParaRPr/>
          </a:p>
        </p:txBody>
      </p:sp>
      <p:pic>
        <p:nvPicPr>
          <p:cNvPr id="2320" name="Google Shape;2320;p27" title="realca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055" y="1190375"/>
            <a:ext cx="4481900" cy="2058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1" name="Google Shape;2321;p27" title="ca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050" y="481225"/>
            <a:ext cx="4481888" cy="33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28"/>
          <p:cNvSpPr txBox="1"/>
          <p:nvPr>
            <p:ph type="title"/>
          </p:nvPr>
        </p:nvSpPr>
        <p:spPr>
          <a:xfrm>
            <a:off x="409050" y="622500"/>
            <a:ext cx="8325900" cy="389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247F"/>
                </a:solidFill>
              </a:rPr>
              <a:t>the main takeaway</a:t>
            </a:r>
            <a:r>
              <a:rPr lang="en-US"/>
              <a:t> here</a:t>
            </a:r>
            <a:endParaRPr/>
          </a:p>
        </p:txBody>
      </p:sp>
      <p:sp>
        <p:nvSpPr>
          <p:cNvPr id="2327" name="Google Shape;2327;p28"/>
          <p:cNvSpPr txBox="1"/>
          <p:nvPr/>
        </p:nvSpPr>
        <p:spPr>
          <a:xfrm>
            <a:off x="420400" y="4173525"/>
            <a:ext cx="8114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Your reason is valid my opinions are just food for thought </a:t>
            </a:r>
            <a:endParaRPr sz="12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sp>
        <p:nvSpPr>
          <p:cNvPr id="2328" name="Google Shape;2328;p28"/>
          <p:cNvSpPr txBox="1"/>
          <p:nvPr/>
        </p:nvSpPr>
        <p:spPr>
          <a:xfrm>
            <a:off x="514800" y="3715275"/>
            <a:ext cx="8114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Don’t look for </a:t>
            </a:r>
            <a:r>
              <a:rPr lang="en-US" sz="12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something</a:t>
            </a:r>
            <a:r>
              <a:rPr lang="en-US" sz="12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 important to do , look for importance of  everything you do</a:t>
            </a:r>
            <a:endParaRPr sz="1200">
              <a:solidFill>
                <a:schemeClr val="dk1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29"/>
          <p:cNvSpPr txBox="1"/>
          <p:nvPr>
            <p:ph type="title"/>
          </p:nvPr>
        </p:nvSpPr>
        <p:spPr>
          <a:xfrm>
            <a:off x="2347938" y="655812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Let's</a:t>
            </a:r>
            <a:r>
              <a:rPr lang="en-US" sz="6000"/>
              <a:t> set some </a:t>
            </a:r>
            <a:r>
              <a:rPr lang="en-US" sz="6000">
                <a:solidFill>
                  <a:srgbClr val="FF247F"/>
                </a:solidFill>
              </a:rPr>
              <a:t>Rules</a:t>
            </a:r>
            <a:endParaRPr sz="6000">
              <a:solidFill>
                <a:srgbClr val="FF247F"/>
              </a:solidFill>
            </a:endParaRPr>
          </a:p>
        </p:txBody>
      </p:sp>
      <p:sp>
        <p:nvSpPr>
          <p:cNvPr id="2334" name="Google Shape;2334;p29"/>
          <p:cNvSpPr txBox="1"/>
          <p:nvPr>
            <p:ph idx="1" type="subTitle"/>
          </p:nvPr>
        </p:nvSpPr>
        <p:spPr>
          <a:xfrm>
            <a:off x="2347950" y="3412437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Orbitron"/>
                <a:ea typeface="Orbitron"/>
                <a:cs typeface="Orbitron"/>
                <a:sym typeface="Orbitron"/>
              </a:rPr>
              <a:t>also who is mohsen?</a:t>
            </a:r>
            <a:endParaRPr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30"/>
          <p:cNvSpPr txBox="1"/>
          <p:nvPr>
            <p:ph type="title"/>
          </p:nvPr>
        </p:nvSpPr>
        <p:spPr>
          <a:xfrm>
            <a:off x="821875" y="540081"/>
            <a:ext cx="66771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8200"/>
              <a:t>Quick look </a:t>
            </a:r>
            <a:r>
              <a:rPr lang="en-US" sz="8200">
                <a:solidFill>
                  <a:srgbClr val="FF247F"/>
                </a:solidFill>
              </a:rPr>
              <a:t>inside</a:t>
            </a:r>
            <a:r>
              <a:rPr lang="en-US" sz="8200"/>
              <a:t> </a:t>
            </a:r>
            <a:r>
              <a:rPr lang="en-US" sz="8200">
                <a:solidFill>
                  <a:srgbClr val="478CBF"/>
                </a:solidFill>
              </a:rPr>
              <a:t>Godot</a:t>
            </a:r>
            <a:endParaRPr sz="8200">
              <a:solidFill>
                <a:schemeClr val="accent4"/>
              </a:solidFill>
            </a:endParaRPr>
          </a:p>
        </p:txBody>
      </p:sp>
      <p:grpSp>
        <p:nvGrpSpPr>
          <p:cNvPr id="2340" name="Google Shape;2340;p30"/>
          <p:cNvGrpSpPr/>
          <p:nvPr/>
        </p:nvGrpSpPr>
        <p:grpSpPr>
          <a:xfrm rot="5400000">
            <a:off x="7483242" y="825629"/>
            <a:ext cx="1129918" cy="278457"/>
            <a:chOff x="713231" y="815211"/>
            <a:chExt cx="894914" cy="220542"/>
          </a:xfrm>
        </p:grpSpPr>
        <p:sp>
          <p:nvSpPr>
            <p:cNvPr id="2341" name="Google Shape;2341;p30"/>
            <p:cNvSpPr/>
            <p:nvPr/>
          </p:nvSpPr>
          <p:spPr>
            <a:xfrm>
              <a:off x="1387603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30"/>
            <p:cNvSpPr/>
            <p:nvPr/>
          </p:nvSpPr>
          <p:spPr>
            <a:xfrm>
              <a:off x="713231" y="815211"/>
              <a:ext cx="222044" cy="220542"/>
            </a:xfrm>
            <a:custGeom>
              <a:rect b="b" l="l" r="r" t="t"/>
              <a:pathLst>
                <a:path extrusionOk="0" h="1763" w="1775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30"/>
            <p:cNvSpPr/>
            <p:nvPr/>
          </p:nvSpPr>
          <p:spPr>
            <a:xfrm>
              <a:off x="1050229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31"/>
          <p:cNvSpPr txBox="1"/>
          <p:nvPr>
            <p:ph type="title"/>
          </p:nvPr>
        </p:nvSpPr>
        <p:spPr>
          <a:xfrm>
            <a:off x="2212642" y="1298843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Thanks</a:t>
            </a:r>
            <a:r>
              <a:rPr lang="en-US">
                <a:solidFill>
                  <a:schemeClr val="accent4"/>
                </a:solidFill>
              </a:rPr>
              <a:t>!</a:t>
            </a:r>
            <a:endParaRPr>
              <a:solidFill>
                <a:schemeClr val="accent4"/>
              </a:solidFill>
            </a:endParaRPr>
          </a:p>
        </p:txBody>
      </p:sp>
      <p:grpSp>
        <p:nvGrpSpPr>
          <p:cNvPr id="2349" name="Google Shape;2349;p31"/>
          <p:cNvGrpSpPr/>
          <p:nvPr/>
        </p:nvGrpSpPr>
        <p:grpSpPr>
          <a:xfrm>
            <a:off x="805748" y="2571743"/>
            <a:ext cx="1308365" cy="1070069"/>
            <a:chOff x="3294431" y="3820626"/>
            <a:chExt cx="757594" cy="619576"/>
          </a:xfrm>
        </p:grpSpPr>
        <p:sp>
          <p:nvSpPr>
            <p:cNvPr id="2350" name="Google Shape;2350;p31"/>
            <p:cNvSpPr/>
            <p:nvPr/>
          </p:nvSpPr>
          <p:spPr>
            <a:xfrm>
              <a:off x="3588834" y="3820626"/>
              <a:ext cx="171817" cy="95578"/>
            </a:xfrm>
            <a:custGeom>
              <a:rect b="b" l="l" r="r" t="t"/>
              <a:pathLst>
                <a:path extrusionOk="0" h="1196" w="2150">
                  <a:moveTo>
                    <a:pt x="1749" y="0"/>
                  </a:moveTo>
                  <a:cubicBezTo>
                    <a:pt x="1705" y="0"/>
                    <a:pt x="1661" y="9"/>
                    <a:pt x="1618" y="27"/>
                  </a:cubicBezTo>
                  <a:lnTo>
                    <a:pt x="295" y="492"/>
                  </a:lnTo>
                  <a:cubicBezTo>
                    <a:pt x="109" y="559"/>
                    <a:pt x="0" y="761"/>
                    <a:pt x="68" y="947"/>
                  </a:cubicBezTo>
                  <a:cubicBezTo>
                    <a:pt x="120" y="1105"/>
                    <a:pt x="263" y="1196"/>
                    <a:pt x="412" y="1196"/>
                  </a:cubicBezTo>
                  <a:cubicBezTo>
                    <a:pt x="453" y="1196"/>
                    <a:pt x="495" y="1189"/>
                    <a:pt x="535" y="1174"/>
                  </a:cubicBezTo>
                  <a:lnTo>
                    <a:pt x="1858" y="707"/>
                  </a:lnTo>
                  <a:cubicBezTo>
                    <a:pt x="2044" y="639"/>
                    <a:pt x="2150" y="428"/>
                    <a:pt x="2083" y="239"/>
                  </a:cubicBezTo>
                  <a:cubicBezTo>
                    <a:pt x="2033" y="96"/>
                    <a:pt x="1895" y="0"/>
                    <a:pt x="1749" y="0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31"/>
            <p:cNvSpPr/>
            <p:nvPr/>
          </p:nvSpPr>
          <p:spPr>
            <a:xfrm>
              <a:off x="3360759" y="3901019"/>
              <a:ext cx="171817" cy="96138"/>
            </a:xfrm>
            <a:custGeom>
              <a:rect b="b" l="l" r="r" t="t"/>
              <a:pathLst>
                <a:path extrusionOk="0" h="1203" w="2150">
                  <a:moveTo>
                    <a:pt x="1730" y="1"/>
                  </a:moveTo>
                  <a:cubicBezTo>
                    <a:pt x="1691" y="1"/>
                    <a:pt x="1652" y="7"/>
                    <a:pt x="1615" y="21"/>
                  </a:cubicBezTo>
                  <a:lnTo>
                    <a:pt x="292" y="501"/>
                  </a:lnTo>
                  <a:cubicBezTo>
                    <a:pt x="106" y="569"/>
                    <a:pt x="0" y="767"/>
                    <a:pt x="67" y="956"/>
                  </a:cubicBezTo>
                  <a:cubicBezTo>
                    <a:pt x="119" y="1105"/>
                    <a:pt x="267" y="1203"/>
                    <a:pt x="419" y="1203"/>
                  </a:cubicBezTo>
                  <a:cubicBezTo>
                    <a:pt x="457" y="1203"/>
                    <a:pt x="495" y="1197"/>
                    <a:pt x="532" y="1184"/>
                  </a:cubicBezTo>
                  <a:lnTo>
                    <a:pt x="1855" y="716"/>
                  </a:lnTo>
                  <a:cubicBezTo>
                    <a:pt x="2041" y="649"/>
                    <a:pt x="2150" y="434"/>
                    <a:pt x="2082" y="248"/>
                  </a:cubicBezTo>
                  <a:cubicBezTo>
                    <a:pt x="2029" y="100"/>
                    <a:pt x="1881" y="1"/>
                    <a:pt x="1730" y="1"/>
                  </a:cubicBezTo>
                  <a:close/>
                </a:path>
              </a:pathLst>
            </a:custGeom>
            <a:solidFill>
              <a:srgbClr val="00A1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31"/>
            <p:cNvSpPr/>
            <p:nvPr/>
          </p:nvSpPr>
          <p:spPr>
            <a:xfrm>
              <a:off x="3294431" y="3831255"/>
              <a:ext cx="757594" cy="608872"/>
            </a:xfrm>
            <a:custGeom>
              <a:rect b="b" l="l" r="r" t="t"/>
              <a:pathLst>
                <a:path extrusionOk="0" h="7619" w="948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626" y="7307"/>
                    <a:pt x="1000" y="7619"/>
                    <a:pt x="1418" y="7619"/>
                  </a:cubicBezTo>
                  <a:cubicBezTo>
                    <a:pt x="1515" y="7619"/>
                    <a:pt x="1613" y="7602"/>
                    <a:pt x="1711" y="7567"/>
                  </a:cubicBezTo>
                  <a:lnTo>
                    <a:pt x="1724" y="7567"/>
                  </a:lnTo>
                  <a:cubicBezTo>
                    <a:pt x="1977" y="7474"/>
                    <a:pt x="2179" y="7275"/>
                    <a:pt x="2259" y="7006"/>
                  </a:cubicBezTo>
                  <a:lnTo>
                    <a:pt x="3098" y="4379"/>
                  </a:lnTo>
                  <a:lnTo>
                    <a:pt x="4380" y="3924"/>
                  </a:lnTo>
                  <a:lnTo>
                    <a:pt x="5648" y="3470"/>
                  </a:lnTo>
                  <a:lnTo>
                    <a:pt x="7971" y="4991"/>
                  </a:lnTo>
                  <a:cubicBezTo>
                    <a:pt x="8110" y="5081"/>
                    <a:pt x="8267" y="5126"/>
                    <a:pt x="8427" y="5126"/>
                  </a:cubicBezTo>
                  <a:cubicBezTo>
                    <a:pt x="8529" y="5126"/>
                    <a:pt x="8631" y="5108"/>
                    <a:pt x="8730" y="5071"/>
                  </a:cubicBezTo>
                  <a:lnTo>
                    <a:pt x="8746" y="5071"/>
                  </a:lnTo>
                  <a:cubicBezTo>
                    <a:pt x="9265" y="4886"/>
                    <a:pt x="9480" y="427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31"/>
            <p:cNvSpPr/>
            <p:nvPr/>
          </p:nvSpPr>
          <p:spPr>
            <a:xfrm>
              <a:off x="3806439" y="3959277"/>
              <a:ext cx="55621" cy="49068"/>
            </a:xfrm>
            <a:custGeom>
              <a:rect b="b" l="l" r="r" t="t"/>
              <a:pathLst>
                <a:path extrusionOk="0" h="614" w="696">
                  <a:moveTo>
                    <a:pt x="352" y="0"/>
                  </a:moveTo>
                  <a:cubicBezTo>
                    <a:pt x="285" y="0"/>
                    <a:pt x="217" y="22"/>
                    <a:pt x="161" y="67"/>
                  </a:cubicBezTo>
                  <a:cubicBezTo>
                    <a:pt x="29" y="160"/>
                    <a:pt x="0" y="359"/>
                    <a:pt x="109" y="493"/>
                  </a:cubicBezTo>
                  <a:cubicBezTo>
                    <a:pt x="171" y="572"/>
                    <a:pt x="260" y="613"/>
                    <a:pt x="350" y="613"/>
                  </a:cubicBezTo>
                  <a:cubicBezTo>
                    <a:pt x="414" y="613"/>
                    <a:pt x="479" y="592"/>
                    <a:pt x="535" y="548"/>
                  </a:cubicBezTo>
                  <a:cubicBezTo>
                    <a:pt x="670" y="455"/>
                    <a:pt x="696" y="253"/>
                    <a:pt x="603" y="118"/>
                  </a:cubicBezTo>
                  <a:cubicBezTo>
                    <a:pt x="541" y="42"/>
                    <a:pt x="447" y="0"/>
                    <a:pt x="352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31"/>
            <p:cNvSpPr/>
            <p:nvPr/>
          </p:nvSpPr>
          <p:spPr>
            <a:xfrm>
              <a:off x="3744746" y="3961434"/>
              <a:ext cx="55381" cy="49148"/>
            </a:xfrm>
            <a:custGeom>
              <a:rect b="b" l="l" r="r" t="t"/>
              <a:pathLst>
                <a:path extrusionOk="0" h="615" w="693">
                  <a:moveTo>
                    <a:pt x="345" y="0"/>
                  </a:moveTo>
                  <a:cubicBezTo>
                    <a:pt x="280" y="0"/>
                    <a:pt x="215" y="22"/>
                    <a:pt x="161" y="66"/>
                  </a:cubicBezTo>
                  <a:cubicBezTo>
                    <a:pt x="13" y="172"/>
                    <a:pt x="0" y="361"/>
                    <a:pt x="93" y="492"/>
                  </a:cubicBezTo>
                  <a:cubicBezTo>
                    <a:pt x="157" y="573"/>
                    <a:pt x="251" y="614"/>
                    <a:pt x="347" y="614"/>
                  </a:cubicBezTo>
                  <a:cubicBezTo>
                    <a:pt x="410" y="614"/>
                    <a:pt x="475" y="596"/>
                    <a:pt x="532" y="559"/>
                  </a:cubicBezTo>
                  <a:cubicBezTo>
                    <a:pt x="667" y="453"/>
                    <a:pt x="692" y="252"/>
                    <a:pt x="587" y="120"/>
                  </a:cubicBezTo>
                  <a:cubicBezTo>
                    <a:pt x="525" y="42"/>
                    <a:pt x="435" y="0"/>
                    <a:pt x="345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31"/>
            <p:cNvSpPr/>
            <p:nvPr/>
          </p:nvSpPr>
          <p:spPr>
            <a:xfrm>
              <a:off x="3767042" y="3905974"/>
              <a:ext cx="55621" cy="50107"/>
            </a:xfrm>
            <a:custGeom>
              <a:rect b="b" l="l" r="r" t="t"/>
              <a:pathLst>
                <a:path extrusionOk="0" h="627" w="696">
                  <a:moveTo>
                    <a:pt x="346" y="0"/>
                  </a:moveTo>
                  <a:cubicBezTo>
                    <a:pt x="281" y="0"/>
                    <a:pt x="215" y="21"/>
                    <a:pt x="160" y="65"/>
                  </a:cubicBezTo>
                  <a:cubicBezTo>
                    <a:pt x="29" y="174"/>
                    <a:pt x="0" y="359"/>
                    <a:pt x="109" y="507"/>
                  </a:cubicBezTo>
                  <a:cubicBezTo>
                    <a:pt x="163" y="585"/>
                    <a:pt x="253" y="627"/>
                    <a:pt x="345" y="627"/>
                  </a:cubicBezTo>
                  <a:cubicBezTo>
                    <a:pt x="412" y="627"/>
                    <a:pt x="479" y="605"/>
                    <a:pt x="535" y="561"/>
                  </a:cubicBezTo>
                  <a:cubicBezTo>
                    <a:pt x="670" y="452"/>
                    <a:pt x="695" y="266"/>
                    <a:pt x="590" y="132"/>
                  </a:cubicBezTo>
                  <a:cubicBezTo>
                    <a:pt x="533" y="45"/>
                    <a:pt x="440" y="0"/>
                    <a:pt x="346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31"/>
            <p:cNvSpPr/>
            <p:nvPr/>
          </p:nvSpPr>
          <p:spPr>
            <a:xfrm>
              <a:off x="3703990" y="3909011"/>
              <a:ext cx="56660" cy="49148"/>
            </a:xfrm>
            <a:custGeom>
              <a:rect b="b" l="l" r="r" t="t"/>
              <a:pathLst>
                <a:path extrusionOk="0" h="615" w="709">
                  <a:moveTo>
                    <a:pt x="349" y="0"/>
                  </a:moveTo>
                  <a:cubicBezTo>
                    <a:pt x="285" y="0"/>
                    <a:pt x="220" y="18"/>
                    <a:pt x="161" y="55"/>
                  </a:cubicBezTo>
                  <a:cubicBezTo>
                    <a:pt x="30" y="161"/>
                    <a:pt x="1" y="363"/>
                    <a:pt x="110" y="494"/>
                  </a:cubicBezTo>
                  <a:cubicBezTo>
                    <a:pt x="172" y="573"/>
                    <a:pt x="260" y="614"/>
                    <a:pt x="350" y="614"/>
                  </a:cubicBezTo>
                  <a:cubicBezTo>
                    <a:pt x="415" y="614"/>
                    <a:pt x="480" y="593"/>
                    <a:pt x="536" y="549"/>
                  </a:cubicBezTo>
                  <a:cubicBezTo>
                    <a:pt x="683" y="443"/>
                    <a:pt x="709" y="254"/>
                    <a:pt x="603" y="123"/>
                  </a:cubicBezTo>
                  <a:cubicBezTo>
                    <a:pt x="540" y="42"/>
                    <a:pt x="446" y="0"/>
                    <a:pt x="349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31"/>
            <p:cNvSpPr/>
            <p:nvPr/>
          </p:nvSpPr>
          <p:spPr>
            <a:xfrm>
              <a:off x="3305139" y="4122301"/>
              <a:ext cx="205941" cy="317822"/>
            </a:xfrm>
            <a:custGeom>
              <a:rect b="b" l="l" r="r" t="t"/>
              <a:pathLst>
                <a:path extrusionOk="0" h="3977" w="2577">
                  <a:moveTo>
                    <a:pt x="1" y="1"/>
                  </a:moveTo>
                  <a:lnTo>
                    <a:pt x="427" y="3233"/>
                  </a:lnTo>
                  <a:cubicBezTo>
                    <a:pt x="492" y="3665"/>
                    <a:pt x="866" y="3977"/>
                    <a:pt x="1284" y="3977"/>
                  </a:cubicBezTo>
                  <a:cubicBezTo>
                    <a:pt x="1381" y="3977"/>
                    <a:pt x="1479" y="3960"/>
                    <a:pt x="1577" y="3925"/>
                  </a:cubicBezTo>
                  <a:lnTo>
                    <a:pt x="1590" y="3925"/>
                  </a:lnTo>
                  <a:cubicBezTo>
                    <a:pt x="1843" y="3832"/>
                    <a:pt x="2045" y="3633"/>
                    <a:pt x="2125" y="3364"/>
                  </a:cubicBezTo>
                  <a:lnTo>
                    <a:pt x="2577" y="1939"/>
                  </a:lnTo>
                  <a:cubicBezTo>
                    <a:pt x="1164" y="1577"/>
                    <a:pt x="388" y="64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31"/>
            <p:cNvSpPr/>
            <p:nvPr/>
          </p:nvSpPr>
          <p:spPr>
            <a:xfrm>
              <a:off x="3830014" y="3910050"/>
              <a:ext cx="222004" cy="330848"/>
            </a:xfrm>
            <a:custGeom>
              <a:rect b="b" l="l" r="r" t="t"/>
              <a:pathLst>
                <a:path extrusionOk="0" h="4140" w="2778">
                  <a:moveTo>
                    <a:pt x="763" y="1"/>
                  </a:moveTo>
                  <a:lnTo>
                    <a:pt x="763" y="1"/>
                  </a:lnTo>
                  <a:cubicBezTo>
                    <a:pt x="881" y="734"/>
                    <a:pt x="881" y="1977"/>
                    <a:pt x="0" y="3166"/>
                  </a:cubicBezTo>
                  <a:lnTo>
                    <a:pt x="1269" y="4005"/>
                  </a:lnTo>
                  <a:cubicBezTo>
                    <a:pt x="1408" y="4095"/>
                    <a:pt x="1565" y="4140"/>
                    <a:pt x="1725" y="4140"/>
                  </a:cubicBezTo>
                  <a:cubicBezTo>
                    <a:pt x="1827" y="4140"/>
                    <a:pt x="1929" y="4122"/>
                    <a:pt x="2028" y="4085"/>
                  </a:cubicBezTo>
                  <a:lnTo>
                    <a:pt x="2044" y="4085"/>
                  </a:lnTo>
                  <a:cubicBezTo>
                    <a:pt x="2563" y="3900"/>
                    <a:pt x="2778" y="3284"/>
                    <a:pt x="2496" y="2817"/>
                  </a:cubicBezTo>
                  <a:lnTo>
                    <a:pt x="7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31"/>
            <p:cNvSpPr/>
            <p:nvPr/>
          </p:nvSpPr>
          <p:spPr>
            <a:xfrm>
              <a:off x="3584758" y="4035275"/>
              <a:ext cx="61774" cy="32445"/>
            </a:xfrm>
            <a:custGeom>
              <a:rect b="b" l="l" r="r" t="t"/>
              <a:pathLst>
                <a:path extrusionOk="0" h="406" w="773">
                  <a:moveTo>
                    <a:pt x="643" y="0"/>
                  </a:moveTo>
                  <a:cubicBezTo>
                    <a:pt x="628" y="0"/>
                    <a:pt x="613" y="3"/>
                    <a:pt x="599" y="10"/>
                  </a:cubicBezTo>
                  <a:lnTo>
                    <a:pt x="93" y="183"/>
                  </a:lnTo>
                  <a:cubicBezTo>
                    <a:pt x="39" y="209"/>
                    <a:pt x="0" y="276"/>
                    <a:pt x="26" y="330"/>
                  </a:cubicBezTo>
                  <a:cubicBezTo>
                    <a:pt x="46" y="373"/>
                    <a:pt x="91" y="406"/>
                    <a:pt x="136" y="406"/>
                  </a:cubicBezTo>
                  <a:cubicBezTo>
                    <a:pt x="149" y="406"/>
                    <a:pt x="161" y="403"/>
                    <a:pt x="173" y="398"/>
                  </a:cubicBezTo>
                  <a:lnTo>
                    <a:pt x="679" y="225"/>
                  </a:lnTo>
                  <a:cubicBezTo>
                    <a:pt x="734" y="196"/>
                    <a:pt x="772" y="129"/>
                    <a:pt x="747" y="77"/>
                  </a:cubicBezTo>
                  <a:cubicBezTo>
                    <a:pt x="728" y="27"/>
                    <a:pt x="685" y="0"/>
                    <a:pt x="6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31"/>
            <p:cNvSpPr/>
            <p:nvPr/>
          </p:nvSpPr>
          <p:spPr>
            <a:xfrm>
              <a:off x="3569654" y="3993000"/>
              <a:ext cx="60975" cy="33085"/>
            </a:xfrm>
            <a:custGeom>
              <a:rect b="b" l="l" r="r" t="t"/>
              <a:pathLst>
                <a:path extrusionOk="0" h="414" w="763">
                  <a:moveTo>
                    <a:pt x="631" y="1"/>
                  </a:moveTo>
                  <a:cubicBezTo>
                    <a:pt x="621" y="1"/>
                    <a:pt x="612" y="2"/>
                    <a:pt x="602" y="4"/>
                  </a:cubicBezTo>
                  <a:lnTo>
                    <a:pt x="96" y="193"/>
                  </a:lnTo>
                  <a:cubicBezTo>
                    <a:pt x="42" y="206"/>
                    <a:pt x="0" y="273"/>
                    <a:pt x="29" y="337"/>
                  </a:cubicBezTo>
                  <a:cubicBezTo>
                    <a:pt x="39" y="379"/>
                    <a:pt x="82" y="414"/>
                    <a:pt x="131" y="414"/>
                  </a:cubicBezTo>
                  <a:cubicBezTo>
                    <a:pt x="146" y="414"/>
                    <a:pt x="161" y="411"/>
                    <a:pt x="176" y="404"/>
                  </a:cubicBezTo>
                  <a:lnTo>
                    <a:pt x="682" y="219"/>
                  </a:lnTo>
                  <a:cubicBezTo>
                    <a:pt x="737" y="206"/>
                    <a:pt x="763" y="139"/>
                    <a:pt x="750" y="71"/>
                  </a:cubicBezTo>
                  <a:cubicBezTo>
                    <a:pt x="726" y="26"/>
                    <a:pt x="678" y="1"/>
                    <a:pt x="6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31"/>
            <p:cNvSpPr/>
            <p:nvPr/>
          </p:nvSpPr>
          <p:spPr>
            <a:xfrm>
              <a:off x="3844798" y="3949527"/>
              <a:ext cx="195472" cy="291370"/>
            </a:xfrm>
            <a:custGeom>
              <a:rect b="b" l="l" r="r" t="t"/>
              <a:pathLst>
                <a:path extrusionOk="0" h="3646" w="2446">
                  <a:moveTo>
                    <a:pt x="882" y="0"/>
                  </a:moveTo>
                  <a:lnTo>
                    <a:pt x="882" y="0"/>
                  </a:lnTo>
                  <a:cubicBezTo>
                    <a:pt x="962" y="843"/>
                    <a:pt x="869" y="2002"/>
                    <a:pt x="1" y="2790"/>
                  </a:cubicBezTo>
                  <a:lnTo>
                    <a:pt x="1084" y="3511"/>
                  </a:lnTo>
                  <a:cubicBezTo>
                    <a:pt x="1223" y="3601"/>
                    <a:pt x="1380" y="3646"/>
                    <a:pt x="1540" y="3646"/>
                  </a:cubicBezTo>
                  <a:cubicBezTo>
                    <a:pt x="1642" y="3646"/>
                    <a:pt x="1744" y="3628"/>
                    <a:pt x="1843" y="3591"/>
                  </a:cubicBezTo>
                  <a:lnTo>
                    <a:pt x="1859" y="3591"/>
                  </a:lnTo>
                  <a:cubicBezTo>
                    <a:pt x="2231" y="3460"/>
                    <a:pt x="2445" y="3124"/>
                    <a:pt x="2432" y="2778"/>
                  </a:cubicBezTo>
                  <a:lnTo>
                    <a:pt x="2432" y="2710"/>
                  </a:lnTo>
                  <a:cubicBezTo>
                    <a:pt x="2432" y="2659"/>
                    <a:pt x="2420" y="2605"/>
                    <a:pt x="2404" y="2550"/>
                  </a:cubicBezTo>
                  <a:lnTo>
                    <a:pt x="2404" y="2537"/>
                  </a:lnTo>
                  <a:cubicBezTo>
                    <a:pt x="2404" y="2525"/>
                    <a:pt x="2391" y="2512"/>
                    <a:pt x="2391" y="2499"/>
                  </a:cubicBezTo>
                  <a:lnTo>
                    <a:pt x="2378" y="2483"/>
                  </a:lnTo>
                  <a:cubicBezTo>
                    <a:pt x="2378" y="2470"/>
                    <a:pt x="2378" y="2457"/>
                    <a:pt x="2365" y="2444"/>
                  </a:cubicBezTo>
                  <a:lnTo>
                    <a:pt x="2365" y="2432"/>
                  </a:lnTo>
                  <a:cubicBezTo>
                    <a:pt x="2352" y="2419"/>
                    <a:pt x="2352" y="2403"/>
                    <a:pt x="2352" y="2390"/>
                  </a:cubicBezTo>
                  <a:cubicBezTo>
                    <a:pt x="2340" y="2390"/>
                    <a:pt x="2340" y="2377"/>
                    <a:pt x="2340" y="2377"/>
                  </a:cubicBezTo>
                  <a:cubicBezTo>
                    <a:pt x="2324" y="2364"/>
                    <a:pt x="2324" y="2339"/>
                    <a:pt x="2311" y="2323"/>
                  </a:cubicBezTo>
                  <a:lnTo>
                    <a:pt x="2243" y="2217"/>
                  </a:lnTo>
                  <a:lnTo>
                    <a:pt x="882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31"/>
            <p:cNvSpPr/>
            <p:nvPr/>
          </p:nvSpPr>
          <p:spPr>
            <a:xfrm>
              <a:off x="3310573" y="4162977"/>
              <a:ext cx="196431" cy="277225"/>
            </a:xfrm>
            <a:custGeom>
              <a:rect b="b" l="l" r="r" t="t"/>
              <a:pathLst>
                <a:path extrusionOk="0" h="3469" w="2458">
                  <a:moveTo>
                    <a:pt x="0" y="1"/>
                  </a:moveTo>
                  <a:lnTo>
                    <a:pt x="346" y="2589"/>
                  </a:lnTo>
                  <a:lnTo>
                    <a:pt x="359" y="2724"/>
                  </a:lnTo>
                  <a:cubicBezTo>
                    <a:pt x="359" y="2737"/>
                    <a:pt x="375" y="2750"/>
                    <a:pt x="375" y="2775"/>
                  </a:cubicBezTo>
                  <a:lnTo>
                    <a:pt x="375" y="2791"/>
                  </a:lnTo>
                  <a:cubicBezTo>
                    <a:pt x="375" y="2804"/>
                    <a:pt x="388" y="2817"/>
                    <a:pt x="388" y="2830"/>
                  </a:cubicBezTo>
                  <a:lnTo>
                    <a:pt x="388" y="2842"/>
                  </a:lnTo>
                  <a:cubicBezTo>
                    <a:pt x="401" y="2855"/>
                    <a:pt x="401" y="2871"/>
                    <a:pt x="401" y="2884"/>
                  </a:cubicBezTo>
                  <a:lnTo>
                    <a:pt x="413" y="2897"/>
                  </a:lnTo>
                  <a:cubicBezTo>
                    <a:pt x="413" y="2910"/>
                    <a:pt x="413" y="2923"/>
                    <a:pt x="426" y="2935"/>
                  </a:cubicBezTo>
                  <a:lnTo>
                    <a:pt x="426" y="2951"/>
                  </a:lnTo>
                  <a:cubicBezTo>
                    <a:pt x="455" y="3003"/>
                    <a:pt x="481" y="3057"/>
                    <a:pt x="506" y="3096"/>
                  </a:cubicBezTo>
                  <a:cubicBezTo>
                    <a:pt x="519" y="3112"/>
                    <a:pt x="535" y="3124"/>
                    <a:pt x="548" y="3137"/>
                  </a:cubicBezTo>
                  <a:cubicBezTo>
                    <a:pt x="703" y="3342"/>
                    <a:pt x="953" y="3469"/>
                    <a:pt x="1218" y="3469"/>
                  </a:cubicBezTo>
                  <a:cubicBezTo>
                    <a:pt x="1314" y="3469"/>
                    <a:pt x="1413" y="3452"/>
                    <a:pt x="1509" y="3416"/>
                  </a:cubicBezTo>
                  <a:lnTo>
                    <a:pt x="1522" y="3416"/>
                  </a:lnTo>
                  <a:cubicBezTo>
                    <a:pt x="1775" y="3323"/>
                    <a:pt x="1977" y="3124"/>
                    <a:pt x="2057" y="2855"/>
                  </a:cubicBezTo>
                  <a:lnTo>
                    <a:pt x="2457" y="1628"/>
                  </a:lnTo>
                  <a:cubicBezTo>
                    <a:pt x="1282" y="1561"/>
                    <a:pt x="481" y="722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31"/>
            <p:cNvSpPr/>
            <p:nvPr/>
          </p:nvSpPr>
          <p:spPr>
            <a:xfrm>
              <a:off x="3294431" y="3831255"/>
              <a:ext cx="744808" cy="582500"/>
            </a:xfrm>
            <a:custGeom>
              <a:rect b="b" l="l" r="r" t="t"/>
              <a:pathLst>
                <a:path extrusionOk="0" h="7289" w="9320">
                  <a:moveTo>
                    <a:pt x="5980" y="0"/>
                  </a:moveTo>
                  <a:cubicBezTo>
                    <a:pt x="5802" y="0"/>
                    <a:pt x="5622" y="30"/>
                    <a:pt x="5446" y="93"/>
                  </a:cubicBezTo>
                  <a:lnTo>
                    <a:pt x="3284" y="855"/>
                  </a:lnTo>
                  <a:lnTo>
                    <a:pt x="1122" y="1628"/>
                  </a:lnTo>
                  <a:cubicBezTo>
                    <a:pt x="430" y="1868"/>
                    <a:pt x="0" y="2576"/>
                    <a:pt x="96" y="3309"/>
                  </a:cubicBezTo>
                  <a:lnTo>
                    <a:pt x="561" y="6875"/>
                  </a:lnTo>
                  <a:cubicBezTo>
                    <a:pt x="590" y="7035"/>
                    <a:pt x="657" y="7182"/>
                    <a:pt x="750" y="7288"/>
                  </a:cubicBezTo>
                  <a:lnTo>
                    <a:pt x="295" y="3870"/>
                  </a:lnTo>
                  <a:cubicBezTo>
                    <a:pt x="202" y="3136"/>
                    <a:pt x="628" y="2428"/>
                    <a:pt x="1323" y="2188"/>
                  </a:cubicBezTo>
                  <a:lnTo>
                    <a:pt x="3486" y="1416"/>
                  </a:lnTo>
                  <a:lnTo>
                    <a:pt x="5648" y="654"/>
                  </a:lnTo>
                  <a:cubicBezTo>
                    <a:pt x="5824" y="591"/>
                    <a:pt x="6004" y="561"/>
                    <a:pt x="6181" y="561"/>
                  </a:cubicBezTo>
                  <a:cubicBezTo>
                    <a:pt x="6716" y="561"/>
                    <a:pt x="7225" y="835"/>
                    <a:pt x="7516" y="1307"/>
                  </a:cubicBezTo>
                  <a:lnTo>
                    <a:pt x="9319" y="4258"/>
                  </a:lnTo>
                  <a:cubicBezTo>
                    <a:pt x="9319" y="4097"/>
                    <a:pt x="9278" y="3950"/>
                    <a:pt x="9198" y="3803"/>
                  </a:cubicBezTo>
                  <a:lnTo>
                    <a:pt x="7317" y="747"/>
                  </a:lnTo>
                  <a:cubicBezTo>
                    <a:pt x="7026" y="275"/>
                    <a:pt x="6516" y="0"/>
                    <a:pt x="5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31"/>
            <p:cNvSpPr/>
            <p:nvPr/>
          </p:nvSpPr>
          <p:spPr>
            <a:xfrm>
              <a:off x="3338224" y="4063644"/>
              <a:ext cx="713801" cy="376480"/>
            </a:xfrm>
            <a:custGeom>
              <a:rect b="b" l="l" r="r" t="t"/>
              <a:pathLst>
                <a:path extrusionOk="0" h="4711" w="8932">
                  <a:moveTo>
                    <a:pt x="4914" y="1"/>
                  </a:moveTo>
                  <a:lnTo>
                    <a:pt x="3633" y="456"/>
                  </a:lnTo>
                  <a:lnTo>
                    <a:pt x="2630" y="802"/>
                  </a:lnTo>
                  <a:cubicBezTo>
                    <a:pt x="2457" y="869"/>
                    <a:pt x="2323" y="1016"/>
                    <a:pt x="2271" y="1189"/>
                  </a:cubicBezTo>
                  <a:lnTo>
                    <a:pt x="1509" y="3554"/>
                  </a:lnTo>
                  <a:cubicBezTo>
                    <a:pt x="1429" y="3807"/>
                    <a:pt x="1230" y="4005"/>
                    <a:pt x="974" y="4098"/>
                  </a:cubicBezTo>
                  <a:lnTo>
                    <a:pt x="961" y="4098"/>
                  </a:lnTo>
                  <a:cubicBezTo>
                    <a:pt x="865" y="4134"/>
                    <a:pt x="766" y="4151"/>
                    <a:pt x="670" y="4151"/>
                  </a:cubicBezTo>
                  <a:cubicBezTo>
                    <a:pt x="407" y="4151"/>
                    <a:pt x="157" y="4027"/>
                    <a:pt x="0" y="3832"/>
                  </a:cubicBezTo>
                  <a:lnTo>
                    <a:pt x="0" y="3832"/>
                  </a:lnTo>
                  <a:lnTo>
                    <a:pt x="13" y="3967"/>
                  </a:lnTo>
                  <a:cubicBezTo>
                    <a:pt x="78" y="4399"/>
                    <a:pt x="452" y="4711"/>
                    <a:pt x="870" y="4711"/>
                  </a:cubicBezTo>
                  <a:cubicBezTo>
                    <a:pt x="967" y="4711"/>
                    <a:pt x="1065" y="4694"/>
                    <a:pt x="1163" y="4659"/>
                  </a:cubicBezTo>
                  <a:lnTo>
                    <a:pt x="1176" y="4659"/>
                  </a:lnTo>
                  <a:cubicBezTo>
                    <a:pt x="1429" y="4566"/>
                    <a:pt x="1631" y="4367"/>
                    <a:pt x="1711" y="4114"/>
                  </a:cubicBezTo>
                  <a:lnTo>
                    <a:pt x="2550" y="1471"/>
                  </a:lnTo>
                  <a:lnTo>
                    <a:pt x="3832" y="1016"/>
                  </a:lnTo>
                  <a:lnTo>
                    <a:pt x="5100" y="562"/>
                  </a:lnTo>
                  <a:lnTo>
                    <a:pt x="7423" y="2083"/>
                  </a:lnTo>
                  <a:cubicBezTo>
                    <a:pt x="7562" y="2173"/>
                    <a:pt x="7719" y="2218"/>
                    <a:pt x="7879" y="2218"/>
                  </a:cubicBezTo>
                  <a:cubicBezTo>
                    <a:pt x="7981" y="2218"/>
                    <a:pt x="8083" y="2200"/>
                    <a:pt x="8182" y="2163"/>
                  </a:cubicBezTo>
                  <a:lnTo>
                    <a:pt x="8198" y="2163"/>
                  </a:lnTo>
                  <a:cubicBezTo>
                    <a:pt x="8717" y="1978"/>
                    <a:pt x="8932" y="1362"/>
                    <a:pt x="8650" y="895"/>
                  </a:cubicBezTo>
                  <a:lnTo>
                    <a:pt x="8582" y="789"/>
                  </a:lnTo>
                  <a:cubicBezTo>
                    <a:pt x="8582" y="1135"/>
                    <a:pt x="8371" y="1484"/>
                    <a:pt x="8009" y="1603"/>
                  </a:cubicBezTo>
                  <a:lnTo>
                    <a:pt x="7983" y="1616"/>
                  </a:lnTo>
                  <a:cubicBezTo>
                    <a:pt x="7890" y="1645"/>
                    <a:pt x="7793" y="1660"/>
                    <a:pt x="7696" y="1660"/>
                  </a:cubicBezTo>
                  <a:cubicBezTo>
                    <a:pt x="7530" y="1660"/>
                    <a:pt x="7365" y="1616"/>
                    <a:pt x="7221" y="1523"/>
                  </a:cubicBezTo>
                  <a:lnTo>
                    <a:pt x="4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31"/>
            <p:cNvSpPr/>
            <p:nvPr/>
          </p:nvSpPr>
          <p:spPr>
            <a:xfrm>
              <a:off x="3636942" y="4062765"/>
              <a:ext cx="155754" cy="83192"/>
            </a:xfrm>
            <a:custGeom>
              <a:rect b="b" l="l" r="r" t="t"/>
              <a:pathLst>
                <a:path extrusionOk="0" h="1041" w="1949">
                  <a:moveTo>
                    <a:pt x="985" y="1"/>
                  </a:moveTo>
                  <a:cubicBezTo>
                    <a:pt x="880" y="1"/>
                    <a:pt x="773" y="18"/>
                    <a:pt x="667" y="54"/>
                  </a:cubicBezTo>
                  <a:cubicBezTo>
                    <a:pt x="254" y="214"/>
                    <a:pt x="1" y="614"/>
                    <a:pt x="39" y="1040"/>
                  </a:cubicBezTo>
                  <a:lnTo>
                    <a:pt x="94" y="1027"/>
                  </a:lnTo>
                  <a:lnTo>
                    <a:pt x="1362" y="573"/>
                  </a:lnTo>
                  <a:lnTo>
                    <a:pt x="1948" y="960"/>
                  </a:lnTo>
                  <a:cubicBezTo>
                    <a:pt x="1948" y="854"/>
                    <a:pt x="1936" y="746"/>
                    <a:pt x="1897" y="640"/>
                  </a:cubicBezTo>
                  <a:cubicBezTo>
                    <a:pt x="1758" y="249"/>
                    <a:pt x="1386" y="1"/>
                    <a:pt x="985" y="1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31"/>
            <p:cNvSpPr/>
            <p:nvPr/>
          </p:nvSpPr>
          <p:spPr>
            <a:xfrm>
              <a:off x="3651806" y="4037113"/>
              <a:ext cx="172856" cy="153597"/>
            </a:xfrm>
            <a:custGeom>
              <a:rect b="b" l="l" r="r" t="t"/>
              <a:pathLst>
                <a:path extrusionOk="0" h="1922" w="2163">
                  <a:moveTo>
                    <a:pt x="1087" y="0"/>
                  </a:moveTo>
                  <a:cubicBezTo>
                    <a:pt x="980" y="0"/>
                    <a:pt x="870" y="18"/>
                    <a:pt x="763" y="54"/>
                  </a:cubicBezTo>
                  <a:cubicBezTo>
                    <a:pt x="270" y="227"/>
                    <a:pt x="0" y="788"/>
                    <a:pt x="173" y="1281"/>
                  </a:cubicBezTo>
                  <a:cubicBezTo>
                    <a:pt x="323" y="1672"/>
                    <a:pt x="697" y="1922"/>
                    <a:pt x="1091" y="1922"/>
                  </a:cubicBezTo>
                  <a:cubicBezTo>
                    <a:pt x="1195" y="1922"/>
                    <a:pt x="1301" y="1904"/>
                    <a:pt x="1404" y="1867"/>
                  </a:cubicBezTo>
                  <a:cubicBezTo>
                    <a:pt x="1910" y="1694"/>
                    <a:pt x="2163" y="1134"/>
                    <a:pt x="1990" y="640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31"/>
            <p:cNvSpPr/>
            <p:nvPr/>
          </p:nvSpPr>
          <p:spPr>
            <a:xfrm>
              <a:off x="3680735" y="4061806"/>
              <a:ext cx="116276" cy="104129"/>
            </a:xfrm>
            <a:custGeom>
              <a:rect b="b" l="l" r="r" t="t"/>
              <a:pathLst>
                <a:path extrusionOk="0" h="1303" w="1455">
                  <a:moveTo>
                    <a:pt x="715" y="1"/>
                  </a:moveTo>
                  <a:cubicBezTo>
                    <a:pt x="645" y="1"/>
                    <a:pt x="575" y="12"/>
                    <a:pt x="507" y="37"/>
                  </a:cubicBezTo>
                  <a:cubicBezTo>
                    <a:pt x="173" y="159"/>
                    <a:pt x="0" y="533"/>
                    <a:pt x="119" y="866"/>
                  </a:cubicBezTo>
                  <a:cubicBezTo>
                    <a:pt x="216" y="1131"/>
                    <a:pt x="462" y="1303"/>
                    <a:pt x="726" y="1303"/>
                  </a:cubicBezTo>
                  <a:cubicBezTo>
                    <a:pt x="795" y="1303"/>
                    <a:pt x="864" y="1291"/>
                    <a:pt x="933" y="1267"/>
                  </a:cubicBezTo>
                  <a:cubicBezTo>
                    <a:pt x="1282" y="1145"/>
                    <a:pt x="1455" y="774"/>
                    <a:pt x="1333" y="437"/>
                  </a:cubicBezTo>
                  <a:cubicBezTo>
                    <a:pt x="1239" y="173"/>
                    <a:pt x="983" y="1"/>
                    <a:pt x="7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31"/>
            <p:cNvSpPr/>
            <p:nvPr/>
          </p:nvSpPr>
          <p:spPr>
            <a:xfrm>
              <a:off x="3700953" y="4080266"/>
              <a:ext cx="75839" cy="66809"/>
            </a:xfrm>
            <a:custGeom>
              <a:rect b="b" l="l" r="r" t="t"/>
              <a:pathLst>
                <a:path extrusionOk="0" h="836" w="949">
                  <a:moveTo>
                    <a:pt x="464" y="1"/>
                  </a:moveTo>
                  <a:cubicBezTo>
                    <a:pt x="420" y="1"/>
                    <a:pt x="376" y="7"/>
                    <a:pt x="334" y="20"/>
                  </a:cubicBezTo>
                  <a:cubicBezTo>
                    <a:pt x="106" y="100"/>
                    <a:pt x="1" y="341"/>
                    <a:pt x="81" y="555"/>
                  </a:cubicBezTo>
                  <a:cubicBezTo>
                    <a:pt x="133" y="732"/>
                    <a:pt x="289" y="835"/>
                    <a:pt x="463" y="835"/>
                  </a:cubicBezTo>
                  <a:cubicBezTo>
                    <a:pt x="513" y="835"/>
                    <a:pt x="565" y="826"/>
                    <a:pt x="616" y="808"/>
                  </a:cubicBezTo>
                  <a:cubicBezTo>
                    <a:pt x="827" y="741"/>
                    <a:pt x="949" y="501"/>
                    <a:pt x="869" y="273"/>
                  </a:cubicBezTo>
                  <a:cubicBezTo>
                    <a:pt x="805" y="104"/>
                    <a:pt x="638" y="1"/>
                    <a:pt x="464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31"/>
            <p:cNvSpPr/>
            <p:nvPr/>
          </p:nvSpPr>
          <p:spPr>
            <a:xfrm>
              <a:off x="3325357" y="3986927"/>
              <a:ext cx="172936" cy="153836"/>
            </a:xfrm>
            <a:custGeom>
              <a:rect b="b" l="l" r="r" t="t"/>
              <a:pathLst>
                <a:path extrusionOk="0" h="1925" w="2164">
                  <a:moveTo>
                    <a:pt x="1087" y="0"/>
                  </a:moveTo>
                  <a:cubicBezTo>
                    <a:pt x="980" y="0"/>
                    <a:pt x="871" y="18"/>
                    <a:pt x="763" y="54"/>
                  </a:cubicBezTo>
                  <a:cubicBezTo>
                    <a:pt x="270" y="227"/>
                    <a:pt x="1" y="788"/>
                    <a:pt x="174" y="1281"/>
                  </a:cubicBezTo>
                  <a:cubicBezTo>
                    <a:pt x="323" y="1683"/>
                    <a:pt x="695" y="1925"/>
                    <a:pt x="1087" y="1925"/>
                  </a:cubicBezTo>
                  <a:cubicBezTo>
                    <a:pt x="1193" y="1925"/>
                    <a:pt x="1300" y="1907"/>
                    <a:pt x="1404" y="1871"/>
                  </a:cubicBezTo>
                  <a:cubicBezTo>
                    <a:pt x="1910" y="1695"/>
                    <a:pt x="2163" y="1134"/>
                    <a:pt x="1990" y="641"/>
                  </a:cubicBezTo>
                  <a:cubicBezTo>
                    <a:pt x="1854" y="242"/>
                    <a:pt x="1485" y="0"/>
                    <a:pt x="1087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31"/>
            <p:cNvSpPr/>
            <p:nvPr/>
          </p:nvSpPr>
          <p:spPr>
            <a:xfrm>
              <a:off x="3502527" y="3896464"/>
              <a:ext cx="121711" cy="53863"/>
            </a:xfrm>
            <a:custGeom>
              <a:rect b="b" l="l" r="r" t="t"/>
              <a:pathLst>
                <a:path extrusionOk="0" h="674" w="1523">
                  <a:moveTo>
                    <a:pt x="1420" y="1"/>
                  </a:moveTo>
                  <a:cubicBezTo>
                    <a:pt x="1405" y="1"/>
                    <a:pt x="1390" y="4"/>
                    <a:pt x="1375" y="11"/>
                  </a:cubicBezTo>
                  <a:lnTo>
                    <a:pt x="94" y="478"/>
                  </a:lnTo>
                  <a:cubicBezTo>
                    <a:pt x="39" y="491"/>
                    <a:pt x="1" y="546"/>
                    <a:pt x="26" y="600"/>
                  </a:cubicBezTo>
                  <a:cubicBezTo>
                    <a:pt x="36" y="640"/>
                    <a:pt x="79" y="674"/>
                    <a:pt x="123" y="674"/>
                  </a:cubicBezTo>
                  <a:cubicBezTo>
                    <a:pt x="136" y="674"/>
                    <a:pt x="149" y="671"/>
                    <a:pt x="161" y="664"/>
                  </a:cubicBezTo>
                  <a:lnTo>
                    <a:pt x="1442" y="200"/>
                  </a:lnTo>
                  <a:cubicBezTo>
                    <a:pt x="1497" y="184"/>
                    <a:pt x="1522" y="120"/>
                    <a:pt x="1510" y="65"/>
                  </a:cubicBezTo>
                  <a:cubicBezTo>
                    <a:pt x="1500" y="25"/>
                    <a:pt x="1461" y="1"/>
                    <a:pt x="1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31"/>
            <p:cNvSpPr/>
            <p:nvPr/>
          </p:nvSpPr>
          <p:spPr>
            <a:xfrm>
              <a:off x="3401196" y="4137005"/>
              <a:ext cx="91742" cy="90064"/>
            </a:xfrm>
            <a:custGeom>
              <a:rect b="b" l="l" r="r" t="t"/>
              <a:pathLst>
                <a:path extrusionOk="0" h="1127" w="1148">
                  <a:moveTo>
                    <a:pt x="676" y="1"/>
                  </a:moveTo>
                  <a:cubicBezTo>
                    <a:pt x="643" y="1"/>
                    <a:pt x="612" y="15"/>
                    <a:pt x="602" y="44"/>
                  </a:cubicBezTo>
                  <a:lnTo>
                    <a:pt x="522" y="217"/>
                  </a:lnTo>
                  <a:cubicBezTo>
                    <a:pt x="502" y="247"/>
                    <a:pt x="469" y="269"/>
                    <a:pt x="437" y="269"/>
                  </a:cubicBezTo>
                  <a:cubicBezTo>
                    <a:pt x="424" y="269"/>
                    <a:pt x="412" y="266"/>
                    <a:pt x="401" y="259"/>
                  </a:cubicBezTo>
                  <a:lnTo>
                    <a:pt x="228" y="179"/>
                  </a:lnTo>
                  <a:cubicBezTo>
                    <a:pt x="217" y="175"/>
                    <a:pt x="206" y="174"/>
                    <a:pt x="195" y="174"/>
                  </a:cubicBezTo>
                  <a:cubicBezTo>
                    <a:pt x="163" y="174"/>
                    <a:pt x="132" y="188"/>
                    <a:pt x="122" y="217"/>
                  </a:cubicBezTo>
                  <a:lnTo>
                    <a:pt x="13" y="432"/>
                  </a:lnTo>
                  <a:cubicBezTo>
                    <a:pt x="0" y="473"/>
                    <a:pt x="13" y="525"/>
                    <a:pt x="55" y="537"/>
                  </a:cubicBezTo>
                  <a:lnTo>
                    <a:pt x="228" y="617"/>
                  </a:lnTo>
                  <a:cubicBezTo>
                    <a:pt x="266" y="646"/>
                    <a:pt x="295" y="698"/>
                    <a:pt x="266" y="739"/>
                  </a:cubicBezTo>
                  <a:lnTo>
                    <a:pt x="186" y="912"/>
                  </a:lnTo>
                  <a:cubicBezTo>
                    <a:pt x="173" y="954"/>
                    <a:pt x="186" y="1005"/>
                    <a:pt x="228" y="1018"/>
                  </a:cubicBezTo>
                  <a:lnTo>
                    <a:pt x="442" y="1114"/>
                  </a:lnTo>
                  <a:cubicBezTo>
                    <a:pt x="455" y="1122"/>
                    <a:pt x="469" y="1127"/>
                    <a:pt x="483" y="1127"/>
                  </a:cubicBezTo>
                  <a:cubicBezTo>
                    <a:pt x="512" y="1127"/>
                    <a:pt x="539" y="1109"/>
                    <a:pt x="548" y="1072"/>
                  </a:cubicBezTo>
                  <a:lnTo>
                    <a:pt x="628" y="912"/>
                  </a:lnTo>
                  <a:cubicBezTo>
                    <a:pt x="648" y="870"/>
                    <a:pt x="684" y="853"/>
                    <a:pt x="718" y="853"/>
                  </a:cubicBezTo>
                  <a:cubicBezTo>
                    <a:pt x="728" y="853"/>
                    <a:pt x="738" y="855"/>
                    <a:pt x="747" y="858"/>
                  </a:cubicBezTo>
                  <a:lnTo>
                    <a:pt x="923" y="938"/>
                  </a:lnTo>
                  <a:cubicBezTo>
                    <a:pt x="936" y="948"/>
                    <a:pt x="951" y="953"/>
                    <a:pt x="966" y="953"/>
                  </a:cubicBezTo>
                  <a:cubicBezTo>
                    <a:pt x="994" y="953"/>
                    <a:pt x="1020" y="935"/>
                    <a:pt x="1029" y="899"/>
                  </a:cubicBezTo>
                  <a:lnTo>
                    <a:pt x="1134" y="698"/>
                  </a:lnTo>
                  <a:cubicBezTo>
                    <a:pt x="1147" y="659"/>
                    <a:pt x="1134" y="605"/>
                    <a:pt x="1096" y="579"/>
                  </a:cubicBezTo>
                  <a:lnTo>
                    <a:pt x="923" y="499"/>
                  </a:lnTo>
                  <a:cubicBezTo>
                    <a:pt x="881" y="486"/>
                    <a:pt x="856" y="432"/>
                    <a:pt x="881" y="393"/>
                  </a:cubicBezTo>
                  <a:lnTo>
                    <a:pt x="961" y="217"/>
                  </a:lnTo>
                  <a:cubicBezTo>
                    <a:pt x="974" y="179"/>
                    <a:pt x="961" y="124"/>
                    <a:pt x="923" y="98"/>
                  </a:cubicBezTo>
                  <a:lnTo>
                    <a:pt x="708" y="6"/>
                  </a:lnTo>
                  <a:cubicBezTo>
                    <a:pt x="698" y="2"/>
                    <a:pt x="687" y="1"/>
                    <a:pt x="676" y="1"/>
                  </a:cubicBezTo>
                  <a:close/>
                </a:path>
              </a:pathLst>
            </a:custGeom>
            <a:solidFill>
              <a:srgbClr val="122B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2" name="Google Shape;2372;p31"/>
            <p:cNvSpPr/>
            <p:nvPr/>
          </p:nvSpPr>
          <p:spPr>
            <a:xfrm>
              <a:off x="3432122" y="4168251"/>
              <a:ext cx="30048" cy="27491"/>
            </a:xfrm>
            <a:custGeom>
              <a:rect b="b" l="l" r="r" t="t"/>
              <a:pathLst>
                <a:path extrusionOk="0" h="344" w="376">
                  <a:moveTo>
                    <a:pt x="195" y="1"/>
                  </a:moveTo>
                  <a:cubicBezTo>
                    <a:pt x="175" y="1"/>
                    <a:pt x="154" y="5"/>
                    <a:pt x="135" y="15"/>
                  </a:cubicBezTo>
                  <a:cubicBezTo>
                    <a:pt x="39" y="41"/>
                    <a:pt x="1" y="134"/>
                    <a:pt x="26" y="226"/>
                  </a:cubicBezTo>
                  <a:cubicBezTo>
                    <a:pt x="49" y="303"/>
                    <a:pt x="121" y="343"/>
                    <a:pt x="190" y="343"/>
                  </a:cubicBezTo>
                  <a:cubicBezTo>
                    <a:pt x="208" y="343"/>
                    <a:pt x="225" y="341"/>
                    <a:pt x="241" y="335"/>
                  </a:cubicBezTo>
                  <a:cubicBezTo>
                    <a:pt x="334" y="294"/>
                    <a:pt x="376" y="201"/>
                    <a:pt x="347" y="108"/>
                  </a:cubicBezTo>
                  <a:cubicBezTo>
                    <a:pt x="327" y="47"/>
                    <a:pt x="261" y="1"/>
                    <a:pt x="195" y="1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3" name="Google Shape;2373;p31"/>
            <p:cNvSpPr/>
            <p:nvPr/>
          </p:nvSpPr>
          <p:spPr>
            <a:xfrm>
              <a:off x="3336146" y="3964471"/>
              <a:ext cx="173895" cy="153836"/>
            </a:xfrm>
            <a:custGeom>
              <a:rect b="b" l="l" r="r" t="t"/>
              <a:pathLst>
                <a:path extrusionOk="0" h="1925" w="2176">
                  <a:moveTo>
                    <a:pt x="1076" y="1"/>
                  </a:moveTo>
                  <a:cubicBezTo>
                    <a:pt x="971" y="1"/>
                    <a:pt x="865" y="18"/>
                    <a:pt x="760" y="53"/>
                  </a:cubicBezTo>
                  <a:cubicBezTo>
                    <a:pt x="266" y="242"/>
                    <a:pt x="0" y="790"/>
                    <a:pt x="186" y="1284"/>
                  </a:cubicBezTo>
                  <a:cubicBezTo>
                    <a:pt x="323" y="1682"/>
                    <a:pt x="692" y="1924"/>
                    <a:pt x="1091" y="1924"/>
                  </a:cubicBezTo>
                  <a:cubicBezTo>
                    <a:pt x="1199" y="1924"/>
                    <a:pt x="1308" y="1907"/>
                    <a:pt x="1416" y="1870"/>
                  </a:cubicBezTo>
                  <a:cubicBezTo>
                    <a:pt x="1910" y="1697"/>
                    <a:pt x="2176" y="1149"/>
                    <a:pt x="1990" y="643"/>
                  </a:cubicBezTo>
                  <a:cubicBezTo>
                    <a:pt x="1853" y="251"/>
                    <a:pt x="1479" y="1"/>
                    <a:pt x="1076" y="1"/>
                  </a:cubicBezTo>
                  <a:close/>
                </a:path>
              </a:pathLst>
            </a:custGeom>
            <a:gradFill>
              <a:gsLst>
                <a:gs pos="0">
                  <a:srgbClr val="385DAB"/>
                </a:gs>
                <a:gs pos="100000">
                  <a:srgbClr val="1C294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31"/>
            <p:cNvSpPr/>
            <p:nvPr/>
          </p:nvSpPr>
          <p:spPr>
            <a:xfrm>
              <a:off x="3364835" y="3990283"/>
              <a:ext cx="116516" cy="103250"/>
            </a:xfrm>
            <a:custGeom>
              <a:rect b="b" l="l" r="r" t="t"/>
              <a:pathLst>
                <a:path extrusionOk="0" h="1292" w="1458">
                  <a:moveTo>
                    <a:pt x="731" y="1"/>
                  </a:moveTo>
                  <a:cubicBezTo>
                    <a:pt x="658" y="1"/>
                    <a:pt x="584" y="13"/>
                    <a:pt x="510" y="38"/>
                  </a:cubicBezTo>
                  <a:cubicBezTo>
                    <a:pt x="176" y="160"/>
                    <a:pt x="0" y="519"/>
                    <a:pt x="122" y="868"/>
                  </a:cubicBezTo>
                  <a:cubicBezTo>
                    <a:pt x="215" y="1128"/>
                    <a:pt x="465" y="1291"/>
                    <a:pt x="729" y="1291"/>
                  </a:cubicBezTo>
                  <a:cubicBezTo>
                    <a:pt x="802" y="1291"/>
                    <a:pt x="876" y="1279"/>
                    <a:pt x="949" y="1252"/>
                  </a:cubicBezTo>
                  <a:cubicBezTo>
                    <a:pt x="1282" y="1134"/>
                    <a:pt x="1458" y="759"/>
                    <a:pt x="1336" y="426"/>
                  </a:cubicBezTo>
                  <a:cubicBezTo>
                    <a:pt x="1243" y="164"/>
                    <a:pt x="999" y="1"/>
                    <a:pt x="7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31"/>
            <p:cNvSpPr/>
            <p:nvPr/>
          </p:nvSpPr>
          <p:spPr>
            <a:xfrm>
              <a:off x="3385293" y="4008424"/>
              <a:ext cx="75600" cy="67049"/>
            </a:xfrm>
            <a:custGeom>
              <a:rect b="b" l="l" r="r" t="t"/>
              <a:pathLst>
                <a:path extrusionOk="0" h="839" w="946">
                  <a:moveTo>
                    <a:pt x="471" y="0"/>
                  </a:moveTo>
                  <a:cubicBezTo>
                    <a:pt x="425" y="0"/>
                    <a:pt x="379" y="9"/>
                    <a:pt x="334" y="26"/>
                  </a:cubicBezTo>
                  <a:cubicBezTo>
                    <a:pt x="119" y="106"/>
                    <a:pt x="1" y="333"/>
                    <a:pt x="81" y="561"/>
                  </a:cubicBezTo>
                  <a:cubicBezTo>
                    <a:pt x="144" y="727"/>
                    <a:pt x="307" y="838"/>
                    <a:pt x="477" y="838"/>
                  </a:cubicBezTo>
                  <a:cubicBezTo>
                    <a:pt x="522" y="838"/>
                    <a:pt x="568" y="831"/>
                    <a:pt x="612" y="814"/>
                  </a:cubicBezTo>
                  <a:cubicBezTo>
                    <a:pt x="827" y="734"/>
                    <a:pt x="946" y="493"/>
                    <a:pt x="866" y="279"/>
                  </a:cubicBezTo>
                  <a:cubicBezTo>
                    <a:pt x="803" y="110"/>
                    <a:pt x="640" y="0"/>
                    <a:pt x="471" y="0"/>
                  </a:cubicBezTo>
                  <a:close/>
                </a:path>
              </a:pathLst>
            </a:custGeom>
            <a:solidFill>
              <a:srgbClr val="00C0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6" name="Google Shape;2376;p31"/>
          <p:cNvGrpSpPr/>
          <p:nvPr/>
        </p:nvGrpSpPr>
        <p:grpSpPr>
          <a:xfrm>
            <a:off x="805754" y="593204"/>
            <a:ext cx="1129918" cy="278457"/>
            <a:chOff x="713231" y="815211"/>
            <a:chExt cx="894914" cy="220542"/>
          </a:xfrm>
        </p:grpSpPr>
        <p:sp>
          <p:nvSpPr>
            <p:cNvPr id="2377" name="Google Shape;2377;p31"/>
            <p:cNvSpPr/>
            <p:nvPr/>
          </p:nvSpPr>
          <p:spPr>
            <a:xfrm>
              <a:off x="1387603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1" y="481"/>
                  </a:lnTo>
                  <a:lnTo>
                    <a:pt x="401" y="881"/>
                  </a:lnTo>
                  <a:lnTo>
                    <a:pt x="1" y="1282"/>
                  </a:lnTo>
                  <a:lnTo>
                    <a:pt x="481" y="1762"/>
                  </a:lnTo>
                  <a:lnTo>
                    <a:pt x="882" y="1362"/>
                  </a:lnTo>
                  <a:lnTo>
                    <a:pt x="1295" y="1762"/>
                  </a:lnTo>
                  <a:lnTo>
                    <a:pt x="1763" y="1282"/>
                  </a:lnTo>
                  <a:lnTo>
                    <a:pt x="1362" y="881"/>
                  </a:lnTo>
                  <a:lnTo>
                    <a:pt x="1763" y="481"/>
                  </a:lnTo>
                  <a:lnTo>
                    <a:pt x="1295" y="0"/>
                  </a:lnTo>
                  <a:lnTo>
                    <a:pt x="882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31"/>
            <p:cNvSpPr/>
            <p:nvPr/>
          </p:nvSpPr>
          <p:spPr>
            <a:xfrm>
              <a:off x="713231" y="815211"/>
              <a:ext cx="222044" cy="220542"/>
            </a:xfrm>
            <a:custGeom>
              <a:rect b="b" l="l" r="r" t="t"/>
              <a:pathLst>
                <a:path extrusionOk="0" h="1763" w="1775">
                  <a:moveTo>
                    <a:pt x="481" y="0"/>
                  </a:moveTo>
                  <a:lnTo>
                    <a:pt x="0" y="481"/>
                  </a:lnTo>
                  <a:lnTo>
                    <a:pt x="413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75" y="1282"/>
                  </a:lnTo>
                  <a:lnTo>
                    <a:pt x="1362" y="881"/>
                  </a:lnTo>
                  <a:lnTo>
                    <a:pt x="1775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31"/>
            <p:cNvSpPr/>
            <p:nvPr/>
          </p:nvSpPr>
          <p:spPr>
            <a:xfrm>
              <a:off x="1050229" y="815211"/>
              <a:ext cx="220542" cy="220542"/>
            </a:xfrm>
            <a:custGeom>
              <a:rect b="b" l="l" r="r" t="t"/>
              <a:pathLst>
                <a:path extrusionOk="0" h="1763" w="1763">
                  <a:moveTo>
                    <a:pt x="481" y="0"/>
                  </a:moveTo>
                  <a:lnTo>
                    <a:pt x="0" y="481"/>
                  </a:lnTo>
                  <a:lnTo>
                    <a:pt x="414" y="881"/>
                  </a:lnTo>
                  <a:lnTo>
                    <a:pt x="0" y="1282"/>
                  </a:lnTo>
                  <a:lnTo>
                    <a:pt x="481" y="1762"/>
                  </a:lnTo>
                  <a:lnTo>
                    <a:pt x="881" y="1362"/>
                  </a:lnTo>
                  <a:lnTo>
                    <a:pt x="1294" y="1762"/>
                  </a:lnTo>
                  <a:lnTo>
                    <a:pt x="1762" y="1282"/>
                  </a:lnTo>
                  <a:lnTo>
                    <a:pt x="1362" y="881"/>
                  </a:lnTo>
                  <a:lnTo>
                    <a:pt x="1762" y="481"/>
                  </a:lnTo>
                  <a:lnTo>
                    <a:pt x="1294" y="0"/>
                  </a:lnTo>
                  <a:lnTo>
                    <a:pt x="881" y="401"/>
                  </a:lnTo>
                  <a:lnTo>
                    <a:pt x="481" y="0"/>
                  </a:ln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0" name="Google Shape;2380;p31"/>
          <p:cNvGrpSpPr/>
          <p:nvPr/>
        </p:nvGrpSpPr>
        <p:grpSpPr>
          <a:xfrm>
            <a:off x="7130467" y="1496651"/>
            <a:ext cx="1039521" cy="855943"/>
            <a:chOff x="1421488" y="3951845"/>
            <a:chExt cx="698697" cy="575308"/>
          </a:xfrm>
        </p:grpSpPr>
        <p:sp>
          <p:nvSpPr>
            <p:cNvPr id="2381" name="Google Shape;2381;p31"/>
            <p:cNvSpPr/>
            <p:nvPr/>
          </p:nvSpPr>
          <p:spPr>
            <a:xfrm>
              <a:off x="1431956" y="3951845"/>
              <a:ext cx="668009" cy="575308"/>
            </a:xfrm>
            <a:custGeom>
              <a:rect b="b" l="l" r="r" t="t"/>
              <a:pathLst>
                <a:path extrusionOk="0" h="7199" w="8359">
                  <a:moveTo>
                    <a:pt x="5286" y="0"/>
                  </a:moveTo>
                  <a:cubicBezTo>
                    <a:pt x="5286" y="0"/>
                    <a:pt x="1" y="2508"/>
                    <a:pt x="696" y="4873"/>
                  </a:cubicBezTo>
                  <a:cubicBezTo>
                    <a:pt x="898" y="5526"/>
                    <a:pt x="1070" y="5818"/>
                    <a:pt x="1163" y="5927"/>
                  </a:cubicBezTo>
                  <a:cubicBezTo>
                    <a:pt x="1202" y="5978"/>
                    <a:pt x="1243" y="6032"/>
                    <a:pt x="1269" y="6087"/>
                  </a:cubicBezTo>
                  <a:cubicBezTo>
                    <a:pt x="1349" y="6205"/>
                    <a:pt x="1564" y="6474"/>
                    <a:pt x="2124" y="6888"/>
                  </a:cubicBezTo>
                  <a:cubicBezTo>
                    <a:pt x="2421" y="7106"/>
                    <a:pt x="2766" y="7198"/>
                    <a:pt x="3138" y="7198"/>
                  </a:cubicBezTo>
                  <a:cubicBezTo>
                    <a:pt x="5251" y="7198"/>
                    <a:pt x="8250" y="4216"/>
                    <a:pt x="8250" y="4216"/>
                  </a:cubicBezTo>
                  <a:lnTo>
                    <a:pt x="8359" y="3271"/>
                  </a:lnTo>
                  <a:lnTo>
                    <a:pt x="7638" y="1509"/>
                  </a:lnTo>
                  <a:lnTo>
                    <a:pt x="6222" y="227"/>
                  </a:lnTo>
                  <a:lnTo>
                    <a:pt x="528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31"/>
            <p:cNvSpPr/>
            <p:nvPr/>
          </p:nvSpPr>
          <p:spPr>
            <a:xfrm>
              <a:off x="1421488" y="3951845"/>
              <a:ext cx="698697" cy="541264"/>
            </a:xfrm>
            <a:custGeom>
              <a:rect b="b" l="l" r="r" t="t"/>
              <a:pathLst>
                <a:path extrusionOk="0" h="6773" w="8743">
                  <a:moveTo>
                    <a:pt x="6340" y="0"/>
                  </a:moveTo>
                  <a:cubicBezTo>
                    <a:pt x="3229" y="1374"/>
                    <a:pt x="0" y="3296"/>
                    <a:pt x="1720" y="5754"/>
                  </a:cubicBezTo>
                  <a:cubicBezTo>
                    <a:pt x="2229" y="6474"/>
                    <a:pt x="2840" y="6773"/>
                    <a:pt x="3509" y="6773"/>
                  </a:cubicBezTo>
                  <a:cubicBezTo>
                    <a:pt x="5106" y="6773"/>
                    <a:pt x="7033" y="5071"/>
                    <a:pt x="8688" y="3351"/>
                  </a:cubicBezTo>
                  <a:cubicBezTo>
                    <a:pt x="8743" y="2854"/>
                    <a:pt x="8115" y="1253"/>
                    <a:pt x="8115" y="1253"/>
                  </a:cubicBezTo>
                  <a:cubicBezTo>
                    <a:pt x="8115" y="1253"/>
                    <a:pt x="6821" y="119"/>
                    <a:pt x="6340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35000">
                  <a:schemeClr val="accent5"/>
                </a:gs>
                <a:gs pos="49000">
                  <a:schemeClr val="accent4"/>
                </a:gs>
                <a:gs pos="73000">
                  <a:schemeClr val="accent5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31"/>
            <p:cNvSpPr/>
            <p:nvPr/>
          </p:nvSpPr>
          <p:spPr>
            <a:xfrm>
              <a:off x="1522818" y="3983810"/>
              <a:ext cx="582500" cy="464945"/>
            </a:xfrm>
            <a:custGeom>
              <a:rect b="b" l="l" r="r" t="t"/>
              <a:pathLst>
                <a:path extrusionOk="0" h="5818" w="7289">
                  <a:moveTo>
                    <a:pt x="5780" y="0"/>
                  </a:moveTo>
                  <a:cubicBezTo>
                    <a:pt x="5498" y="427"/>
                    <a:pt x="4777" y="1429"/>
                    <a:pt x="4018" y="2121"/>
                  </a:cubicBezTo>
                  <a:cubicBezTo>
                    <a:pt x="3015" y="3015"/>
                    <a:pt x="1535" y="3323"/>
                    <a:pt x="1055" y="3470"/>
                  </a:cubicBezTo>
                  <a:cubicBezTo>
                    <a:pt x="574" y="3617"/>
                    <a:pt x="1" y="4165"/>
                    <a:pt x="706" y="5165"/>
                  </a:cubicBezTo>
                  <a:cubicBezTo>
                    <a:pt x="1041" y="5649"/>
                    <a:pt x="1383" y="5818"/>
                    <a:pt x="1680" y="5818"/>
                  </a:cubicBezTo>
                  <a:cubicBezTo>
                    <a:pt x="1998" y="5818"/>
                    <a:pt x="2264" y="5625"/>
                    <a:pt x="2416" y="5418"/>
                  </a:cubicBezTo>
                  <a:cubicBezTo>
                    <a:pt x="2708" y="5017"/>
                    <a:pt x="3509" y="3723"/>
                    <a:pt x="4697" y="3082"/>
                  </a:cubicBezTo>
                  <a:cubicBezTo>
                    <a:pt x="5607" y="2589"/>
                    <a:pt x="6779" y="2269"/>
                    <a:pt x="7289" y="2134"/>
                  </a:cubicBezTo>
                  <a:cubicBezTo>
                    <a:pt x="7113" y="1535"/>
                    <a:pt x="6847" y="853"/>
                    <a:pt x="6847" y="853"/>
                  </a:cubicBezTo>
                  <a:cubicBezTo>
                    <a:pt x="6847" y="853"/>
                    <a:pt x="6299" y="372"/>
                    <a:pt x="57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1000">
                  <a:schemeClr val="accent1"/>
                </a:gs>
                <a:gs pos="47000">
                  <a:schemeClr val="accent3"/>
                </a:gs>
                <a:gs pos="74000">
                  <a:schemeClr val="accent1"/>
                </a:gs>
                <a:gs pos="100000">
                  <a:schemeClr val="accent3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31"/>
            <p:cNvSpPr/>
            <p:nvPr/>
          </p:nvSpPr>
          <p:spPr>
            <a:xfrm>
              <a:off x="1731714" y="4057251"/>
              <a:ext cx="328850" cy="234870"/>
            </a:xfrm>
            <a:custGeom>
              <a:rect b="b" l="l" r="r" t="t"/>
              <a:pathLst>
                <a:path extrusionOk="0" h="2939" w="4115">
                  <a:moveTo>
                    <a:pt x="4047" y="1"/>
                  </a:moveTo>
                  <a:lnTo>
                    <a:pt x="1" y="2858"/>
                  </a:lnTo>
                  <a:lnTo>
                    <a:pt x="55" y="2939"/>
                  </a:lnTo>
                  <a:lnTo>
                    <a:pt x="4114" y="94"/>
                  </a:lnTo>
                  <a:lnTo>
                    <a:pt x="4047" y="1"/>
                  </a:ln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31"/>
            <p:cNvSpPr/>
            <p:nvPr/>
          </p:nvSpPr>
          <p:spPr>
            <a:xfrm>
              <a:off x="1899133" y="4083782"/>
              <a:ext cx="115317" cy="93341"/>
            </a:xfrm>
            <a:custGeom>
              <a:rect b="b" l="l" r="r" t="t"/>
              <a:pathLst>
                <a:path extrusionOk="0" h="1168" w="1443">
                  <a:moveTo>
                    <a:pt x="1038" y="0"/>
                  </a:moveTo>
                  <a:cubicBezTo>
                    <a:pt x="963" y="0"/>
                    <a:pt x="886" y="22"/>
                    <a:pt x="818" y="69"/>
                  </a:cubicBezTo>
                  <a:lnTo>
                    <a:pt x="203" y="499"/>
                  </a:lnTo>
                  <a:cubicBezTo>
                    <a:pt x="43" y="617"/>
                    <a:pt x="1" y="845"/>
                    <a:pt x="123" y="1005"/>
                  </a:cubicBezTo>
                  <a:cubicBezTo>
                    <a:pt x="187" y="1111"/>
                    <a:pt x="303" y="1167"/>
                    <a:pt x="419" y="1167"/>
                  </a:cubicBezTo>
                  <a:cubicBezTo>
                    <a:pt x="493" y="1167"/>
                    <a:pt x="567" y="1145"/>
                    <a:pt x="629" y="1098"/>
                  </a:cubicBezTo>
                  <a:lnTo>
                    <a:pt x="1244" y="672"/>
                  </a:lnTo>
                  <a:cubicBezTo>
                    <a:pt x="1404" y="550"/>
                    <a:pt x="1443" y="322"/>
                    <a:pt x="1337" y="149"/>
                  </a:cubicBezTo>
                  <a:cubicBezTo>
                    <a:pt x="1265" y="53"/>
                    <a:pt x="1154" y="0"/>
                    <a:pt x="1038" y="0"/>
                  </a:cubicBezTo>
                  <a:close/>
                </a:path>
              </a:pathLst>
            </a:custGeom>
            <a:solidFill>
              <a:srgbClr val="A105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31"/>
            <p:cNvSpPr/>
            <p:nvPr/>
          </p:nvSpPr>
          <p:spPr>
            <a:xfrm>
              <a:off x="1776545" y="4247206"/>
              <a:ext cx="312707" cy="232553"/>
            </a:xfrm>
            <a:custGeom>
              <a:rect b="b" l="l" r="r" t="t"/>
              <a:pathLst>
                <a:path extrusionOk="0" h="2910" w="3913">
                  <a:moveTo>
                    <a:pt x="3912" y="1"/>
                  </a:moveTo>
                  <a:lnTo>
                    <a:pt x="3912" y="1"/>
                  </a:lnTo>
                  <a:cubicBezTo>
                    <a:pt x="2711" y="241"/>
                    <a:pt x="455" y="936"/>
                    <a:pt x="0" y="2910"/>
                  </a:cubicBezTo>
                  <a:cubicBezTo>
                    <a:pt x="1269" y="2471"/>
                    <a:pt x="2656" y="1282"/>
                    <a:pt x="39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31"/>
            <p:cNvSpPr/>
            <p:nvPr/>
          </p:nvSpPr>
          <p:spPr>
            <a:xfrm>
              <a:off x="1568689" y="3967668"/>
              <a:ext cx="324135" cy="216330"/>
            </a:xfrm>
            <a:custGeom>
              <a:rect b="b" l="l" r="r" t="t"/>
              <a:pathLst>
                <a:path extrusionOk="0" h="2707" w="4056">
                  <a:moveTo>
                    <a:pt x="4056" y="1"/>
                  </a:moveTo>
                  <a:lnTo>
                    <a:pt x="4056" y="1"/>
                  </a:lnTo>
                  <a:cubicBezTo>
                    <a:pt x="2428" y="750"/>
                    <a:pt x="827" y="1644"/>
                    <a:pt x="0" y="2685"/>
                  </a:cubicBezTo>
                  <a:cubicBezTo>
                    <a:pt x="118" y="2699"/>
                    <a:pt x="234" y="2706"/>
                    <a:pt x="349" y="2706"/>
                  </a:cubicBezTo>
                  <a:cubicBezTo>
                    <a:pt x="2168" y="2706"/>
                    <a:pt x="3468" y="980"/>
                    <a:pt x="40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8" name="Google Shape;2388;p31"/>
          <p:cNvGrpSpPr/>
          <p:nvPr/>
        </p:nvGrpSpPr>
        <p:grpSpPr>
          <a:xfrm>
            <a:off x="8201892" y="3009776"/>
            <a:ext cx="228870" cy="1594227"/>
            <a:chOff x="425780" y="482769"/>
            <a:chExt cx="127818" cy="561525"/>
          </a:xfrm>
        </p:grpSpPr>
        <p:sp>
          <p:nvSpPr>
            <p:cNvPr id="2389" name="Google Shape;2389;p31"/>
            <p:cNvSpPr/>
            <p:nvPr/>
          </p:nvSpPr>
          <p:spPr>
            <a:xfrm>
              <a:off x="425780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31"/>
            <p:cNvSpPr/>
            <p:nvPr/>
          </p:nvSpPr>
          <p:spPr>
            <a:xfrm>
              <a:off x="445160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31"/>
            <p:cNvSpPr/>
            <p:nvPr/>
          </p:nvSpPr>
          <p:spPr>
            <a:xfrm>
              <a:off x="46470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31"/>
            <p:cNvSpPr/>
            <p:nvPr/>
          </p:nvSpPr>
          <p:spPr>
            <a:xfrm>
              <a:off x="484088" y="482769"/>
              <a:ext cx="10474" cy="561525"/>
            </a:xfrm>
            <a:custGeom>
              <a:rect b="b" l="l" r="r" t="t"/>
              <a:pathLst>
                <a:path extrusionOk="0" h="10025" w="187">
                  <a:moveTo>
                    <a:pt x="1" y="0"/>
                  </a:moveTo>
                  <a:lnTo>
                    <a:pt x="1" y="10024"/>
                  </a:lnTo>
                  <a:lnTo>
                    <a:pt x="187" y="10024"/>
                  </a:lnTo>
                  <a:lnTo>
                    <a:pt x="187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31"/>
            <p:cNvSpPr/>
            <p:nvPr/>
          </p:nvSpPr>
          <p:spPr>
            <a:xfrm>
              <a:off x="503468" y="482769"/>
              <a:ext cx="10642" cy="561525"/>
            </a:xfrm>
            <a:custGeom>
              <a:rect b="b" l="l" r="r" t="t"/>
              <a:pathLst>
                <a:path extrusionOk="0" h="10025" w="190">
                  <a:moveTo>
                    <a:pt x="1" y="0"/>
                  </a:moveTo>
                  <a:lnTo>
                    <a:pt x="1" y="10024"/>
                  </a:lnTo>
                  <a:lnTo>
                    <a:pt x="190" y="10024"/>
                  </a:lnTo>
                  <a:lnTo>
                    <a:pt x="19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31"/>
            <p:cNvSpPr/>
            <p:nvPr/>
          </p:nvSpPr>
          <p:spPr>
            <a:xfrm>
              <a:off x="52307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31"/>
            <p:cNvSpPr/>
            <p:nvPr/>
          </p:nvSpPr>
          <p:spPr>
            <a:xfrm>
              <a:off x="542452" y="482769"/>
              <a:ext cx="11146" cy="561525"/>
            </a:xfrm>
            <a:custGeom>
              <a:rect b="b" l="l" r="r" t="t"/>
              <a:pathLst>
                <a:path extrusionOk="0" h="10025" w="199">
                  <a:moveTo>
                    <a:pt x="0" y="0"/>
                  </a:moveTo>
                  <a:lnTo>
                    <a:pt x="0" y="10024"/>
                  </a:lnTo>
                  <a:lnTo>
                    <a:pt x="199" y="10024"/>
                  </a:lnTo>
                  <a:lnTo>
                    <a:pt x="1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dk2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6" name="Google Shape;2396;p31"/>
          <p:cNvSpPr txBox="1"/>
          <p:nvPr/>
        </p:nvSpPr>
        <p:spPr>
          <a:xfrm>
            <a:off x="2097141" y="2532431"/>
            <a:ext cx="4838131" cy="10060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rbitron"/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rPr>
              <a:t>Any </a:t>
            </a:r>
            <a:r>
              <a:rPr b="1" i="0" lang="en-US" sz="4400" u="none" cap="none" strike="noStrike">
                <a:solidFill>
                  <a:schemeClr val="accent4"/>
                </a:solidFill>
                <a:latin typeface="Orbitron"/>
                <a:ea typeface="Orbitron"/>
                <a:cs typeface="Orbitron"/>
                <a:sym typeface="Orbitron"/>
              </a:rPr>
              <a:t>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ing Channel Pich Deck by Slidesgo">
  <a:themeElements>
    <a:clrScheme name="Simple Light">
      <a:dk1>
        <a:srgbClr val="FFFFFF"/>
      </a:dk1>
      <a:lt1>
        <a:srgbClr val="120035"/>
      </a:lt1>
      <a:dk2>
        <a:srgbClr val="284179"/>
      </a:dk2>
      <a:lt2>
        <a:srgbClr val="122B57"/>
      </a:lt2>
      <a:accent1>
        <a:srgbClr val="007C8F"/>
      </a:accent1>
      <a:accent2>
        <a:srgbClr val="00A1A7"/>
      </a:accent2>
      <a:accent3>
        <a:srgbClr val="00C0DA"/>
      </a:accent3>
      <a:accent4>
        <a:srgbClr val="FF247F"/>
      </a:accent4>
      <a:accent5>
        <a:srgbClr val="A1054E"/>
      </a:accent5>
      <a:accent6>
        <a:srgbClr val="4B032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